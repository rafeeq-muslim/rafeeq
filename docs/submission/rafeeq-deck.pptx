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رفيق</a:t>
            </a:r>
          </a:p>
          <a:p>
            <a:r>
              <a:t>األوىل سنته يف الجديد المسلم رفيق</a:t>
            </a:r>
          </a:p>
          <a:p>
            <a:r>
              <a:t>.يحتاج حني بإنسان ويصله ،معتمدة مصادر من ويجيبه ،خطوة خطوة بلغته يع ّلمه</a:t>
            </a:r>
          </a:p>
          <a:p>
            <a:r>
              <a:t>rafeeq.nan.sa</a:t>
            </a:r>
          </a:p>
          <a:p>
            <a:r>
              <a:t>وتع ّلمه باإلسالم للتعريف المعرفية والرحلة التفاعلية التجارب :الثالث المسار2026 أكتوبر · الختامي العرض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المشكلة</a:t>
            </a:r>
          </a:p>
          <a:p>
            <a:r>
              <a:t>األوىل سنتهم يف وحدهم ُيرتكون ثم ،اآلالف ُيسلم</a:t>
            </a:r>
          </a:p>
          <a:p>
            <a:r>
              <a:t>.ضعيفة اإلسالم يوم بعد والمتابعة ،ومتضارب متف ّرق بلغتهم والمتاح ،بالعربية الموثوق المحتوى أغلب</a:t>
            </a:r>
          </a:p>
          <a:p>
            <a:r>
              <a:t>347,646</a:t>
            </a:r>
          </a:p>
          <a:p>
            <a:r>
              <a:t>2019 بني المملكة يف جدي ًدا مسل ًما</a:t>
            </a:r>
          </a:p>
          <a:p>
            <a:r>
              <a:t>2023 يف 163,319 منهم ،2023و</a:t>
            </a:r>
          </a:p>
          <a:p>
            <a:r>
              <a:t>وحده</a:t>
            </a:r>
          </a:p>
          <a:p>
            <a:r>
              <a:t>43%</a:t>
            </a:r>
          </a:p>
          <a:p>
            <a:r>
              <a:t>إسالمهم إعالن بعد وحيدين أصبحوا</a:t>
            </a:r>
          </a:p>
          <a:p>
            <a:r>
              <a:t>حولهم لمن</a:t>
            </a:r>
          </a:p>
          <a:p>
            <a:r>
              <a:t>54%</a:t>
            </a:r>
          </a:p>
          <a:p>
            <a:r>
              <a:t>وتل ّقى ،شكوكهم عن أجوبة يجدوا لم</a:t>
            </a:r>
          </a:p>
          <a:p>
            <a:r>
              <a:t>خاطئة معلومات مثلهم</a:t>
            </a:r>
          </a:p>
          <a:p>
            <a:r>
              <a:t>38%</a:t>
            </a:r>
          </a:p>
          <a:p>
            <a:r>
              <a:t>أنه مع ،مفي ًدا اإلنرتنت وجدوا فقط</a:t>
            </a:r>
          </a:p>
          <a:p>
            <a:r>
              <a:t>استخدا ًم ا المساعدة مصادر أكرث ثاين</a:t>
            </a:r>
          </a:p>
          <a:p>
            <a:r>
              <a:t>وافد عامل · جوزيف</a:t>
            </a:r>
          </a:p>
          <a:p>
            <a:r>
              <a:t>دروس وال ،محدودان ورصيده ووقته ،التاغالوغية يتكلم</a:t>
            </a:r>
          </a:p>
          <a:p>
            <a:r>
              <a:t>.بلغته</a:t>
            </a:r>
          </a:p>
          <a:p>
            <a:r>
              <a:t>اإلنرتنت عرب أسلم · دانيال</a:t>
            </a:r>
          </a:p>
          <a:p>
            <a:r>
              <a:t>.المحتوى من يثق بمن يعرف وال ،مدينته يف مسلمني يعرف ال</a:t>
            </a:r>
          </a:p>
          <a:p>
            <a:r>
              <a:t>إسالمها تخفي · ليلى</a:t>
            </a:r>
          </a:p>
          <a:p>
            <a:r>
              <a:t>.إنسان إىل فور ًيا طري ًقا وتحتاج ،التطبيق أحد يرى أن تخىش</a:t>
            </a:r>
          </a:p>
          <a:p>
            <a:r>
              <a:t>.)2015( الغرب يف جدي ًدا مسل ًما 114 على أصول مركز استبانة ؛)2024 يناير ،واس عرب( اإلسالمية الشؤون وزارة :المصادر</a:t>
            </a:r>
          </a:p>
          <a:p>
            <a:r>
              <a:t>02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النجاح ومعيار المستفيد</a:t>
            </a:r>
          </a:p>
          <a:p>
            <a:r>
              <a:t>الثالث المسار يطلبه بما النجاح نقيس</a:t>
            </a:r>
          </a:p>
          <a:p>
            <a:r>
              <a:t>.ومراجعني مرشدين من يرافقه ومن ،التاغالوغية أو اإلنجلزيية أو بالعربية ،األوىل سنته يف الجديد المسلم :المستفيد</a:t>
            </a:r>
          </a:p>
          <a:p>
            <a:r>
              <a:t>المسار نجاح معيار</a:t>
            </a:r>
          </a:p>
          <a:p>
            <a:r>
              <a:t>فهم تحسني يف ،المستهدفة الفئة مع اختباره عند ،الحل أسهم هل</a:t>
            </a:r>
          </a:p>
          <a:p>
            <a:r>
              <a:t>،الرحلة واستمرارية وتسلسله المحتوى مالءمة يف أو ،إسالمي مفهوم</a:t>
            </a:r>
          </a:p>
          <a:p>
            <a:r>
              <a:t>الحساسة أو الدينية السمات استنتاج وعدم بالخصوصية اللزتام مع</a:t>
            </a:r>
          </a:p>
          <a:p>
            <a:r>
              <a:t>للمستخدم؟</a:t>
            </a:r>
          </a:p>
          <a:p>
            <a:r>
              <a:t>الجانب</a:t>
            </a:r>
          </a:p>
          <a:p>
            <a:r>
              <a:t>رفيق يف نقيسه كيف</a:t>
            </a:r>
          </a:p>
          <a:p>
            <a:r>
              <a:t>الفهم</a:t>
            </a:r>
          </a:p>
          <a:p>
            <a:r>
              <a:t>المراجعة يف يو ًم ا 30و 7 بعد منه التحقق ثم ،التمارين يف تع ّلمي هدف كل إتقان</a:t>
            </a:r>
          </a:p>
          <a:p>
            <a:r>
              <a:t>مالءمة</a:t>
            </a:r>
          </a:p>
          <a:p>
            <a:r>
              <a:t>التسلسل</a:t>
            </a:r>
          </a:p>
          <a:p>
            <a:r>
              <a:t>6 من متد ّرج ومسار ،المناسبة الوحدات يفتح اختياري مستوى تحديد اختبار</a:t>
            </a:r>
          </a:p>
          <a:p>
            <a:r>
              <a:t>وحدات</a:t>
            </a:r>
          </a:p>
          <a:p>
            <a:r>
              <a:t>الستمرار)الفريق مؤرشات( الوحدات وإتمام ،والسلسلة ،يو ًم ا 30و 7 بعد العودة</a:t>
            </a:r>
          </a:p>
          <a:p>
            <a:r>
              <a:t>اإلحالة</a:t>
            </a:r>
          </a:p>
          <a:p>
            <a:r>
              <a:t>آل ًيا ذلك و ُيخترب ،إنسان إىل يصل شخيص أو خ ِط ر سؤال كل</a:t>
            </a:r>
          </a:p>
          <a:p>
            <a:r>
              <a:t>الخصوصية</a:t>
            </a:r>
          </a:p>
          <a:p>
            <a:r>
              <a:t>النموذج طلبات يف مع ّرف أي يدخل ال ُيص ّنف؛ وال المستخدم دين ُيستنتج ال</a:t>
            </a:r>
          </a:p>
          <a:p>
            <a:r>
              <a:t>03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الحل</a:t>
            </a:r>
          </a:p>
          <a:p>
            <a:r>
              <a:t>بلغته الجديد المسلم يرافق ويب تطبيق :رفيق</a:t>
            </a:r>
          </a:p>
          <a:p>
            <a:r>
              <a:t>.محله يحل وال اإلنسان يساند الصطناعي الذكاء .زيارة أول بعد اتصال دون ويعمل ،المتصفح من و ُيث ّبت ،متجر دون جوال أي على يعمل</a:t>
            </a:r>
          </a:p>
          <a:p>
            <a:r>
              <a:t>01</a:t>
            </a:r>
          </a:p>
          <a:p>
            <a:r>
              <a:t>متد ّرج تع ّلم مسار</a:t>
            </a:r>
          </a:p>
          <a:p>
            <a:r>
              <a:t>قصرية بطاقات …والصالة ،والطهارة ،الشهادتان :لغات بثالث در ًس ا 25و وحدات 6</a:t>
            </a:r>
          </a:p>
          <a:p>
            <a:r>
              <a:t>.إتقا ًنا األقل لألهداف تك ّيفية ومراجعة ،وتمارين</a:t>
            </a:r>
          </a:p>
          <a:p>
            <a:r>
              <a:t>02</a:t>
            </a:r>
          </a:p>
          <a:p>
            <a:r>
              <a:t>معتمدة بمصادر »رفيق اسأل«</a:t>
            </a:r>
          </a:p>
          <a:p>
            <a:r>
              <a:t>قبل إجابة تظهر وال ،إجابة كل مع المصدر ويعرض ،فقط معتمدة نصوص من يجيب</a:t>
            </a:r>
          </a:p>
          <a:p>
            <a:r>
              <a:t>.التحقق تجتاز أن</a:t>
            </a:r>
          </a:p>
          <a:p>
            <a:r>
              <a:t>03</a:t>
            </a:r>
          </a:p>
          <a:p>
            <a:r>
              <a:t>واإلحالة البرشية المرافقة</a:t>
            </a:r>
          </a:p>
          <a:p>
            <a:r>
              <a:t>المستفيد جنس من ومرشد ،والمساعد والمراجعة الدرس يف »إنسا ًنا أريد« زر</a:t>
            </a:r>
          </a:p>
          <a:p>
            <a:r>
              <a:t>.صغرية ومجموعات ،وبلغته</a:t>
            </a:r>
          </a:p>
          <a:p>
            <a:r>
              <a:t>04</a:t>
            </a:r>
          </a:p>
          <a:p>
            <a:r>
              <a:t>اليوم أدوات</a:t>
            </a:r>
          </a:p>
          <a:p>
            <a:r>
              <a:t>مختارة ومكتبة ،للقرآن واستماع ،وأذكار ،الجهاز على محسوبة والقبلة الصالة مواقيت</a:t>
            </a:r>
          </a:p>
          <a:p>
            <a:r>
              <a:t>.لمرحلته</a:t>
            </a:r>
          </a:p>
          <a:p>
            <a:r>
              <a:t>04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العمل آلية</a:t>
            </a:r>
          </a:p>
          <a:p>
            <a:r>
              <a:t>المتابعة إىل فتح أول من المستفيد رحلة</a:t>
            </a:r>
          </a:p>
          <a:p>
            <a:r>
              <a:t>.مرحلة كل يف حارض واإلنسان ،بعدها اليت إىل تقود خطوة كل</a:t>
            </a:r>
          </a:p>
          <a:p>
            <a:r>
              <a:t>1</a:t>
            </a:r>
          </a:p>
          <a:p>
            <a:r>
              <a:t>ترحيب</a:t>
            </a:r>
          </a:p>
          <a:p>
            <a:r>
              <a:t>ثالثة ثم ،لغته يختار</a:t>
            </a:r>
          </a:p>
          <a:p>
            <a:r>
              <a:t>مستوى واختبار ،وعود</a:t>
            </a:r>
          </a:p>
          <a:p>
            <a:r>
              <a:t>حساب ال .اختياري</a:t>
            </a:r>
          </a:p>
          <a:p>
            <a:r>
              <a:t>.مطلوب</a:t>
            </a:r>
          </a:p>
          <a:p>
            <a:r>
              <a:t>←</a:t>
            </a:r>
          </a:p>
          <a:p>
            <a:r>
              <a:t>2</a:t>
            </a:r>
          </a:p>
          <a:p>
            <a:r>
              <a:t>متد ّرج مسار</a:t>
            </a:r>
          </a:p>
          <a:p>
            <a:r>
              <a:t>يف لأو اً التالية الخطوة</a:t>
            </a:r>
          </a:p>
          <a:p>
            <a:r>
              <a:t>ودرس ،مر ّتبة رئيسية</a:t>
            </a:r>
          </a:p>
          <a:p>
            <a:r>
              <a:t>.دقائق من</a:t>
            </a:r>
          </a:p>
          <a:p>
            <a:r>
              <a:t>←</a:t>
            </a:r>
          </a:p>
          <a:p>
            <a:r>
              <a:t>3</a:t>
            </a:r>
          </a:p>
          <a:p>
            <a:r>
              <a:t>»لماذا؟«و تمرين</a:t>
            </a:r>
          </a:p>
          <a:p>
            <a:r>
              <a:t>السبب ُيرشح الخطأ عند</a:t>
            </a:r>
          </a:p>
          <a:p>
            <a:r>
              <a:t>البطاقة نص من</a:t>
            </a:r>
          </a:p>
          <a:p>
            <a:r>
              <a:t>.المعتمدة</a:t>
            </a:r>
          </a:p>
          <a:p>
            <a:r>
              <a:t>←</a:t>
            </a:r>
          </a:p>
          <a:p>
            <a:r>
              <a:t>4</a:t>
            </a:r>
          </a:p>
          <a:p>
            <a:r>
              <a:t>تك ّيفية مراجعة</a:t>
            </a:r>
          </a:p>
          <a:p>
            <a:r>
              <a:t>على أهداف خمسة</a:t>
            </a:r>
          </a:p>
          <a:p>
            <a:r>
              <a:t>7 بعد والتحقق ،األكرث</a:t>
            </a:r>
          </a:p>
          <a:p>
            <a:r>
              <a:t>.يو ًم ا 30و</a:t>
            </a:r>
          </a:p>
          <a:p>
            <a:r>
              <a:t>←</a:t>
            </a:r>
          </a:p>
          <a:p>
            <a:r>
              <a:t>5</a:t>
            </a:r>
          </a:p>
          <a:p>
            <a:r>
              <a:t>سؤال</a:t>
            </a:r>
          </a:p>
          <a:p>
            <a:r>
              <a:t>أي يف بلغته رفيق يسأل</a:t>
            </a:r>
          </a:p>
          <a:p>
            <a:r>
              <a:t>.لحظة←</a:t>
            </a:r>
          </a:p>
          <a:p>
            <a:r>
              <a:t>6</a:t>
            </a:r>
          </a:p>
          <a:p>
            <a:r>
              <a:t>أو مو ّثقة إجابة</a:t>
            </a:r>
          </a:p>
          <a:p>
            <a:r>
              <a:t>إنسان</a:t>
            </a:r>
          </a:p>
          <a:p>
            <a:r>
              <a:t>أو ،بمصدرها إجابة</a:t>
            </a:r>
          </a:p>
          <a:p>
            <a:r>
              <a:t>إحالة أو ،واضح اعتذار</a:t>
            </a:r>
          </a:p>
          <a:p>
            <a:r>
              <a:t>.مرشد إىل</a:t>
            </a:r>
          </a:p>
          <a:p>
            <a:r>
              <a:t>.اتصال دون معه يبقى المسار من ُيفتح ما.درس أول بعد بهدوء و ُيعرض ،اختياري الحساب</a:t>
            </a:r>
          </a:p>
          <a:p>
            <a:r>
              <a:t>طلب أي دون إنسان إىل فورية إحالة :الخطر يف</a:t>
            </a:r>
          </a:p>
          <a:p>
            <a:r>
              <a:t>.للنموذج</a:t>
            </a:r>
          </a:p>
          <a:p>
            <a:r>
              <a:t>05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)3 من 1( رفيق يف ما</a:t>
            </a:r>
          </a:p>
          <a:p>
            <a:r>
              <a:t>واحد مكان يف ويسأل يتع ّلم</a:t>
            </a:r>
          </a:p>
          <a:p>
            <a:r>
              <a:t>.إجابة كل مصدر ويعرض المعتمدة المصادر من يجيبه ومساعد ،المتع ّلم وصل أين يعرف متد ّرج مسار</a:t>
            </a:r>
          </a:p>
          <a:p>
            <a:r>
              <a:t>التع ّلمي المسار</a:t>
            </a:r>
          </a:p>
          <a:p>
            <a:r>
              <a:t>والصالة والطهارة الشهادتني من تبدأ قصرية ودروس وحدات</a:t>
            </a:r>
          </a:p>
          <a:p>
            <a:r>
              <a:t>بطاقات مجموعة كل بعد التفاعلية التمارين من أنواع ثالثة</a:t>
            </a:r>
          </a:p>
          <a:p>
            <a:r>
              <a:t>الح ًقا السؤال يعود ثم ،وسببه الصواب يرى :آمن الخطأ</a:t>
            </a:r>
          </a:p>
          <a:p>
            <a:r>
              <a:t>المناسبة الوحدة يف يضعه اختياري مستوى تحديد اختبار</a:t>
            </a:r>
          </a:p>
          <a:p>
            <a:r>
              <a:t>متباعدة فرتات على ،بعد يتقنه لم ما مع تتك ّيف مراجعة</a:t>
            </a:r>
          </a:p>
          <a:p>
            <a:r>
              <a:t>نفسه الدرس</a:t>
            </a:r>
          </a:p>
          <a:p>
            <a:r>
              <a:t>وتالوتها بلغته معناها ومعها المصحف بخط كاملة آيات بطاقات</a:t>
            </a:r>
          </a:p>
          <a:p>
            <a:r>
              <a:t>المعتمدة البطاقة نص من الخطأ لسبب بلغته رشح :»لماذا؟«</a:t>
            </a:r>
          </a:p>
          <a:p>
            <a:r>
              <a:t>التالية وخطوته أتقنه بما درس كل بعد يخربه تعليمي مو ّجه</a:t>
            </a:r>
          </a:p>
          <a:p>
            <a:r>
              <a:t>والصالة الوضوء لخطوات وصور فيديو</a:t>
            </a:r>
          </a:p>
          <a:p>
            <a:r>
              <a:t>يومه يف يحتاجه ما ثم ، لأو اً التالية الخطوة :مر ّتبة رئيسية</a:t>
            </a:r>
          </a:p>
          <a:p>
            <a:r>
              <a:t>»رفيق اسأل«</a:t>
            </a:r>
          </a:p>
          <a:p>
            <a:r>
              <a:t>مصادرها بطاقات إجابة كل ومع ،وحدها المعتمدة المصادر من إجابة</a:t>
            </a:r>
          </a:p>
          <a:p>
            <a:r>
              <a:t>السؤال يحتاج حني المعتمدة الفتوى مواقع يف حي بحث</a:t>
            </a:r>
          </a:p>
          <a:p>
            <a:r>
              <a:t>الشائعة لألسئلة الرشعي المراجع اعتمدها جاهزة إجابات</a:t>
            </a:r>
          </a:p>
          <a:p>
            <a:r>
              <a:t>بإنسان ويصله الطوارئ أرقام فيعرض ، لأو اً ُيكتشف الخطر</a:t>
            </a:r>
          </a:p>
          <a:p>
            <a:r>
              <a:t>اتصال دون إليها للرجوع واألحاديث واآليات اإلجابات حفظ</a:t>
            </a:r>
          </a:p>
          <a:p>
            <a:r>
              <a:t>المعرفة</a:t>
            </a:r>
          </a:p>
          <a:p>
            <a:r>
              <a:t>حي بحث مع ،الجديد للمسلم معتمدة ومقاطع كتب من مكتبة</a:t>
            </a:r>
          </a:p>
          <a:p>
            <a:r>
              <a:t>المتل ّوة اآلية إبراز مع ًآي ًآي ،ق ّراء بعدة القرآن إىل الستماع</a:t>
            </a:r>
          </a:p>
          <a:p>
            <a:r>
              <a:t>منها التالوة يبدأ آية أي على الضغط</a:t>
            </a:r>
          </a:p>
          <a:p>
            <a:r>
              <a:t>بمعناه قصري حديث أو آية :اليوم بطاقة</a:t>
            </a:r>
          </a:p>
          <a:p>
            <a:r>
              <a:t>مصدره ومعه ،دائ ًما البيانات قاعدة من الرشعي النص</a:t>
            </a:r>
          </a:p>
          <a:p>
            <a:r>
              <a:t>06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)3 من 2( رفيق يف ما</a:t>
            </a:r>
          </a:p>
          <a:p>
            <a:r>
              <a:t>ليومه وأدوات ،يرافقه إنسان</a:t>
            </a:r>
          </a:p>
          <a:p>
            <a:r>
              <a:t>.خصوصيته ويحفظ ،اليومية عبادته على ويعينه ،بمرشد يصله :شاشة مع الجديد المسلم يرتك ال رفيق</a:t>
            </a:r>
          </a:p>
          <a:p>
            <a:r>
              <a:t>البرشية المرافقة</a:t>
            </a:r>
          </a:p>
          <a:p>
            <a:r>
              <a:t>جنسه من مرشد إىل الطلب ويصل ،شاشة كل يف »إنسا ًنا أريد«</a:t>
            </a:r>
          </a:p>
          <a:p>
            <a:r>
              <a:t>بلغته صغرية ومجموعات ،بنفسه يختاره مرشد</a:t>
            </a:r>
          </a:p>
          <a:p>
            <a:r>
              <a:t>الفريق يتابعه بالغات وطابور ،وحظر تبليغ</a:t>
            </a:r>
          </a:p>
          <a:p>
            <a:r>
              <a:t>العلم أهل إىل الشخصية المسألة إحالة</a:t>
            </a:r>
          </a:p>
          <a:p>
            <a:r>
              <a:t>اتصال دون حىت حارضة الرسمية الطوارئ أرقام</a:t>
            </a:r>
          </a:p>
          <a:p>
            <a:r>
              <a:t>غريه يراه ال خاص دفرت</a:t>
            </a:r>
          </a:p>
          <a:p>
            <a:r>
              <a:t>اليومية الممارسة</a:t>
            </a:r>
          </a:p>
          <a:p>
            <a:r>
              <a:t>يغادره ال والموقع ،الجهاز على ُتحسب الصالة مواقيت</a:t>
            </a:r>
          </a:p>
          <a:p>
            <a:r>
              <a:t>بالبوصلة ح ّية قبلة</a:t>
            </a:r>
          </a:p>
          <a:p>
            <a:r>
              <a:t>الوقت بحسب ،والنوم الصالة وبعد والمساء الصباح أذكار</a:t>
            </a:r>
          </a:p>
          <a:p>
            <a:r>
              <a:t>والمناسبات رمضان ووضع ،الهجري التاريخ</a:t>
            </a:r>
          </a:p>
          <a:p>
            <a:r>
              <a:t>العبادة على نقاط دون ،لنفسه يتابعها عادات</a:t>
            </a:r>
          </a:p>
          <a:p>
            <a:r>
              <a:t>التحفزي</a:t>
            </a:r>
          </a:p>
          <a:p>
            <a:r>
              <a:t>النقطاع عند لوم بال ،وسلسلتها التع ّلم أيام</a:t>
            </a:r>
          </a:p>
          <a:p>
            <a:r>
              <a:t>وحده التع ّلم على أوسمة</a:t>
            </a:r>
          </a:p>
          <a:p>
            <a:r>
              <a:t>يختاره الذي الوقت يف محايد بنص لطيف تذكري</a:t>
            </a:r>
          </a:p>
          <a:p>
            <a:r>
              <a:t>المجموعة داخل جماعية تع ّلم تحديات</a:t>
            </a:r>
          </a:p>
          <a:p>
            <a:r>
              <a:t>المنصة</a:t>
            </a:r>
          </a:p>
          <a:p>
            <a:r>
              <a:t>شاشة كل يف والتاغالوغية واإلنجلزيية العربية</a:t>
            </a:r>
          </a:p>
          <a:p>
            <a:r>
              <a:t>مرور وكلمة مستعار اسم والحساب ،حساب دون يعمل</a:t>
            </a:r>
          </a:p>
          <a:p>
            <a:r>
              <a:t>باألحجام تزنيالت مركز وفيه ،اتصال دون ويفتح ،تطبي ًقا ُيث َّبت</a:t>
            </a:r>
          </a:p>
          <a:p>
            <a:r>
              <a:t>واألندرويد اآليفون على تصل إشعارات</a:t>
            </a:r>
          </a:p>
          <a:p>
            <a:r>
              <a:t>الجهاز ومسح ،البيانات من ونسخة ،خفي ووضع ،رسيع خروج</a:t>
            </a:r>
          </a:p>
          <a:p>
            <a:r>
              <a:t>وداكن فاتح مظهر</a:t>
            </a:r>
          </a:p>
          <a:p>
            <a:r>
              <a:t>07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)3 من 3( رفيق يف ما</a:t>
            </a:r>
          </a:p>
          <a:p>
            <a:r>
              <a:t>لوحاتهم الجديد المسلم يخدمون ولمن</a:t>
            </a:r>
          </a:p>
          <a:p>
            <a:r>
              <a:t>.المتع ّلم إىل يصل أن قبل يراجعه من محتوى ولكل ،شاشته دور لكل :كاملة منظومة رفيق</a:t>
            </a:r>
          </a:p>
          <a:p>
            <a:r>
              <a:t>المرشد لوحة</a:t>
            </a:r>
          </a:p>
          <a:p>
            <a:r>
              <a:t>يرشدهم من مع والمحادثات الطلبات صندوق</a:t>
            </a:r>
          </a:p>
          <a:p>
            <a:r>
              <a:t>تق ّدمه برؤية المتع ّلم له أذن من تق ّدم</a:t>
            </a:r>
          </a:p>
          <a:p>
            <a:r>
              <a:t>وتحدياتها المجموعات إدارة</a:t>
            </a:r>
          </a:p>
          <a:p>
            <a:r>
              <a:t>يرشدهم من لعدد أعلى وحد التوفر أوقات</a:t>
            </a:r>
          </a:p>
          <a:p>
            <a:r>
              <a:t>الرشعي المراجع مكتب</a:t>
            </a:r>
          </a:p>
          <a:p>
            <a:r>
              <a:t>إعادتها أو الجاهزة واإلجابات والبطاقات الدروس اعتماد</a:t>
            </a:r>
          </a:p>
          <a:p>
            <a:r>
              <a:t>إتاحتهم قبل الق ّراء عينات إىل الستماع</a:t>
            </a:r>
          </a:p>
          <a:p>
            <a:r>
              <a:t>»لماذا؟« رشوح عينات مراجعة</a:t>
            </a:r>
          </a:p>
          <a:p>
            <a:r>
              <a:t>المساعد من المحالة والمسائل ،التحديات نصوص</a:t>
            </a:r>
          </a:p>
          <a:p>
            <a:r>
              <a:t>واإلدارة الفريق</a:t>
            </a:r>
          </a:p>
          <a:p>
            <a:r>
              <a:t>هوية دون ،واألسئلة التع ّلم عن مج ّمعة مؤرشات</a:t>
            </a:r>
          </a:p>
          <a:p>
            <a:r>
              <a:t>المرشدين وتغطية البالغات طابور</a:t>
            </a:r>
          </a:p>
          <a:p>
            <a:r>
              <a:t>الدعوة ورموز واألدوار المستخدمون</a:t>
            </a:r>
          </a:p>
          <a:p>
            <a:r>
              <a:t>األهلة ترايئ متابعة</a:t>
            </a:r>
          </a:p>
          <a:p>
            <a:r>
              <a:t>الدعوية الجهة من ّس ق</a:t>
            </a:r>
          </a:p>
          <a:p>
            <a:r>
              <a:t>لغة بكل للجهة انضمام وروابط رموز</a:t>
            </a:r>
          </a:p>
          <a:p>
            <a:r>
              <a:t>وإدارتهم الجهة مرشدي اعتماد</a:t>
            </a:r>
          </a:p>
          <a:p>
            <a:r>
              <a:t>فردية بيانات بال ،الجهة منسويب لنشاط مج ّمعة لوحة</a:t>
            </a:r>
          </a:p>
          <a:p>
            <a:r>
              <a:t>08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1( الصطناعي الذكاء</a:t>
            </a:r>
          </a:p>
          <a:p>
            <a:r>
              <a:t>المصادر يف بما إال يجيب ال :»رفيق اسأل«</a:t>
            </a:r>
          </a:p>
          <a:p>
            <a:r>
              <a:t>.ثانية 45و خارجية طلبات 8 :سؤال كل سقف .اإلجابة إيقاف تستطيع مرحلة وكل ،سؤال لكل مراحل ست</a:t>
            </a:r>
          </a:p>
          <a:p>
            <a:r>
              <a:t>المرحلة</a:t>
            </a:r>
          </a:p>
          <a:p>
            <a:r>
              <a:t>النموذج</a:t>
            </a:r>
          </a:p>
          <a:p>
            <a:r>
              <a:t>تفعله ما</a:t>
            </a:r>
          </a:p>
          <a:p>
            <a:r>
              <a:t>رفضت أو فشلت إذا</a:t>
            </a:r>
          </a:p>
          <a:p>
            <a:r>
              <a:t>الخطر فحص .1نموذج باللأو اً تعمل ،لغات بثالث معتمدة خطر عبارات</a:t>
            </a:r>
          </a:p>
          <a:p>
            <a:r>
              <a:t>اتصال أي دون ،إنسان إىل فورية وإحالة ثابت رد</a:t>
            </a:r>
          </a:p>
          <a:p>
            <a:r>
              <a:t>بالشبكة</a:t>
            </a:r>
          </a:p>
          <a:p>
            <a:r>
              <a:t>المو ّجه .2رسيع</a:t>
            </a:r>
          </a:p>
          <a:p>
            <a:r>
              <a:t>ودرجته …تجاوز محاولة ،النطاق خارج ،خطر ،شخيص ،خاليف ،عام :السؤال يص ّنف</a:t>
            </a:r>
          </a:p>
          <a:p>
            <a:r>
              <a:t>D إىل A من</a:t>
            </a:r>
          </a:p>
          <a:p>
            <a:r>
              <a:t>إنسان إىل والخطر ،مرشد إىل ُيحال الشخيص</a:t>
            </a:r>
          </a:p>
          <a:p>
            <a:r>
              <a:t>السرتجاع .3</a:t>
            </a:r>
          </a:p>
          <a:p>
            <a:r>
              <a:t>bge-m3مقاطع 8 حىت ،السائل بلغة المعتمدة المصادر يف م ًعا ونيص داليل بحث</a:t>
            </a:r>
          </a:p>
          <a:p>
            <a:r>
              <a:t>ذلك و ُيع َلن بالنيص يكمل الداليل البحث تعطل إن</a:t>
            </a:r>
          </a:p>
          <a:p>
            <a:r>
              <a:t>المؤلف .4رئ يس</a:t>
            </a:r>
          </a:p>
          <a:p>
            <a:r>
              <a:t>كتابة بدل حديث أو آية كل مكان عالمة ويضع ،وحدها المقاطع من اإلجابة يكتب</a:t>
            </a:r>
          </a:p>
          <a:p>
            <a:r>
              <a:t>نصه</a:t>
            </a:r>
          </a:p>
          <a:p>
            <a:r>
              <a:t>مرشد مع التواصل واقرتاح اعتذار ← »يكفي ال«</a:t>
            </a:r>
          </a:p>
          <a:p>
            <a:r>
              <a:t>المدقق .5رسيع + كود</a:t>
            </a:r>
          </a:p>
          <a:p>
            <a:r>
              <a:t>كل دعم فحص ثم )…اللغة ،منسوخ نص ال ، لفع اً مسرتجعة المراجع( آلية فحوص 7</a:t>
            </a:r>
          </a:p>
          <a:p>
            <a:r>
              <a:t>بالمصدر جملة</a:t>
            </a:r>
          </a:p>
          <a:p>
            <a:r>
              <a:t>تظهر ال وإال ،جديد من كامل فحص ثم واحد إصالح</a:t>
            </a:r>
          </a:p>
          <a:p>
            <a:r>
              <a:t>اإلجابة</a:t>
            </a:r>
          </a:p>
          <a:p>
            <a:r>
              <a:t>العرض .6</a:t>
            </a:r>
          </a:p>
          <a:p>
            <a:r>
              <a:t>—المصدر بطاقة مع ،بمع ّرفه البيانات قاعدة من ُيعرض والحديث اآلية نص</a:t>
            </a:r>
          </a:p>
          <a:p>
            <a:r>
              <a:t>اإلجابة ُتعرض ال العرض قبل المصدر ُحذف إن</a:t>
            </a:r>
          </a:p>
          <a:p>
            <a:r>
              <a:t>docs/engineering/ai-agents.md :المصدر .بالطلبات يحتفظون ال ومز ّودون ،0 حرارة .deepseek-v4-pro و الحتياطي ،gemma-4-26b-a4b-it والرسيع ،gemma-4-31b-it الرئ يس :OpenRouter عرب النماذج</a:t>
            </a:r>
          </a:p>
          <a:p>
            <a:r>
              <a:t>09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2( الصطناعي الذكاء</a:t>
            </a:r>
          </a:p>
          <a:p>
            <a:r>
              <a:t>التع ّلم خدمة يف الصطناعي الذكاء</a:t>
            </a:r>
          </a:p>
          <a:p>
            <a:r>
              <a:t>.التجربة استمرار يضمن ثابت بديل منها ولكل ،وفاحص محدود مدخل منها لكل ،محددة صغرية مهام</a:t>
            </a:r>
          </a:p>
          <a:p>
            <a:r>
              <a:t>الخطأ رشح »لماذا؟«</a:t>
            </a:r>
          </a:p>
          <a:p>
            <a:r>
              <a:t>على كلمة 60 يف رش ًحا يكتب .المتع ّلم وإجابة والتمرين المعتمدة البطاقة :المدخل</a:t>
            </a:r>
          </a:p>
          <a:p>
            <a:r>
              <a:t>.الفحص اجتاز ما إال ُيعرض وال .ٍثا نموذج يفحصه ثم ،األكرث</a:t>
            </a:r>
          </a:p>
          <a:p>
            <a:r>
              <a:t>التعليمي المو ّجه</a:t>
            </a:r>
          </a:p>
          <a:p>
            <a:r>
              <a:t>من فيه اسم وكل ،جمل 3 يف اآلن يتع ّلمه ما يقرتح ،هوية يحمل ال تع ّلم مل ّخص من</a:t>
            </a:r>
          </a:p>
          <a:p>
            <a:r>
              <a:t>.ُيحفظ ال المل ّخص .المل ّخص</a:t>
            </a:r>
          </a:p>
          <a:p>
            <a:r>
              <a:t>الرئيسية ترتيب</a:t>
            </a:r>
          </a:p>
          <a:p>
            <a:r>
              <a:t>تبقى التالية الخطوة .اليوم يف مرة ،والتق ّدم اليوم وقت بحسب الرئيسية مك ّونات ير ّتب</a:t>
            </a:r>
          </a:p>
          <a:p>
            <a:r>
              <a:t>.بديل ثابت ترتيب ومعه ،دائ ًما لأو اً</a:t>
            </a:r>
          </a:p>
          <a:p>
            <a:r>
              <a:t>تع ّلمي بهدف السؤال ربط</a:t>
            </a:r>
          </a:p>
          <a:p>
            <a:r>
              <a:t>الدرس فيقرتح ،معتمدة قائمة من بهدف المجاب سؤاله يربط :فقط المتع ّلم بإذن</a:t>
            </a:r>
          </a:p>
          <a:p>
            <a:r>
              <a:t>.وحده المع ّرف ُيرسل .المناسب</a:t>
            </a:r>
          </a:p>
          <a:p>
            <a:r>
              <a:t>المراجعة · ثاب ًتا ر ًدا ويعرض الطلبات يوقف وكلي يومي إنفاق سقف · تعليمات ال بيانات ُيعامل المستخدم نص · طلب أي يف سجل وال مع ّرف وال اسم يدخل ال :مشرتكة ضوابط</a:t>
            </a:r>
          </a:p>
          <a:p>
            <a:r>
              <a:t>.لغوي نموذج ال ،مكتوبة خوارزمية التك ّيفية</a:t>
            </a:r>
          </a:p>
          <a:p>
            <a:r>
              <a:t>10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العلمية والسالمة الموثوقية</a:t>
            </a:r>
          </a:p>
          <a:p>
            <a:r>
              <a:t>يحيل؟ أو يمتنع ومىت ،رفيق يجيب مىت</a:t>
            </a:r>
          </a:p>
          <a:p>
            <a:r>
              <a:t>.خالفية مسألة يف ير ّجح وال ،شخصية حالة يف يفيت وال ،عنده من حدي ًثا وال آية يكتب ال النموذج</a:t>
            </a:r>
          </a:p>
          <a:p>
            <a:r>
              <a:t>اإلجابات يف المعتمدة المصادر</a:t>
            </a:r>
          </a:p>
          <a:p>
            <a:r>
              <a:t>المعتمدة وترجماته القرآن نص :QuranEnc</a:t>
            </a:r>
          </a:p>
          <a:p>
            <a:r>
              <a:t>ورشحها درجتها مع األحاديث :HadeethEnc</a:t>
            </a:r>
          </a:p>
          <a:p>
            <a:r>
              <a:t>الجديد للمسلم المفيد المخترص :IslamHouse موسوعة</a:t>
            </a:r>
          </a:p>
          <a:p>
            <a:r>
              <a:t>باز ابن الشيخ موقع فتاوى</a:t>
            </a:r>
          </a:p>
          <a:p>
            <a:r>
              <a:t>واإلنجلزيية بالعربية إجابات :وجواب سؤال اإلسالم</a:t>
            </a:r>
          </a:p>
          <a:p>
            <a:r>
              <a:t>.وحدها البيانات قاعدة من ُيعرض والحديث القرآن نص</a:t>
            </a:r>
          </a:p>
          <a:p>
            <a:r>
              <a:t>الحالة</a:t>
            </a:r>
          </a:p>
          <a:p>
            <a:r>
              <a:t>رفيق سلوك</a:t>
            </a:r>
          </a:p>
          <a:p>
            <a:r>
              <a:t>مصدر يوجد ال</a:t>
            </a:r>
          </a:p>
          <a:p>
            <a:r>
              <a:t>مرشد مع التواصل ويقرتح بوضوح يعتذر</a:t>
            </a:r>
          </a:p>
          <a:p>
            <a:r>
              <a:t>شخيص سؤال</a:t>
            </a:r>
          </a:p>
          <a:p>
            <a:r>
              <a:t>العلم أهل أو مرشد إىل ويحيله المصادر يف ما يذكر</a:t>
            </a:r>
          </a:p>
          <a:p>
            <a:r>
              <a:t>خالفية مسألة</a:t>
            </a:r>
          </a:p>
          <a:p>
            <a:r>
              <a:t>ترجيح دون لأقوا اً فيها أن ييب نّ</a:t>
            </a:r>
          </a:p>
          <a:p>
            <a:r>
              <a:t>السائل على خطر</a:t>
            </a:r>
          </a:p>
          <a:p>
            <a:r>
              <a:t>نموذج دون ،إنسان إىل فورية إحالة</a:t>
            </a:r>
          </a:p>
          <a:p>
            <a:r>
              <a:t>الخدمة تعطل</a:t>
            </a:r>
          </a:p>
          <a:p>
            <a:r>
              <a:t>المصدر غياب ي ّدعي ال المحاولة؛ وإعادة صادقة رسالة</a:t>
            </a:r>
          </a:p>
          <a:p>
            <a:r>
              <a:t>.2026 أكتوبر 6 يف )لغات 3 × أسئلة 3( جاهزة إجابات 9 اعتمد .يعيدها أو الجاهزة واإلجابات والبطاقات الدروس فيها يعتمد مراجعة منصة :الرشعي المراجع</a:t>
            </a:r>
          </a:p>
          <a:p>
            <a:r>
              <a:t>11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النتائج</a:t>
            </a:r>
          </a:p>
          <a:p>
            <a:r>
              <a:t>الفعلي التشغيل من أرقام</a:t>
            </a:r>
          </a:p>
          <a:p>
            <a:r>
              <a:t>.2026 أكتوبر 6و 5 يف ،اآللية الختبارات ومن )األسئلة نص دون( الحي الموقع سجالت من</a:t>
            </a:r>
          </a:p>
          <a:p>
            <a:r>
              <a:t>14/14</a:t>
            </a:r>
          </a:p>
          <a:p>
            <a:r>
              <a:t>يف المصادر من ُأجيب عرب ًيا لسؤا اً</a:t>
            </a:r>
          </a:p>
          <a:p>
            <a:r>
              <a:t>)أكتوبر 6( الحي الموقع</a:t>
            </a:r>
          </a:p>
          <a:p>
            <a:r>
              <a:t>9/9</a:t>
            </a:r>
          </a:p>
          <a:p>
            <a:r>
              <a:t>اختبار يف لألسئلة صحيح تصنيف</a:t>
            </a:r>
          </a:p>
          <a:p>
            <a:r>
              <a:t>خطر ،خاليف ،شخيص ،عام :المو ّجه</a:t>
            </a:r>
          </a:p>
          <a:p>
            <a:r>
              <a:t>$0.0015</a:t>
            </a:r>
          </a:p>
          <a:p>
            <a:r>
              <a:t>وتصل ،تقري ًبا الواحدة اإلجابة تكلفة</a:t>
            </a:r>
          </a:p>
          <a:p>
            <a:r>
              <a:t>ثانية 15 إىل 9 يف</a:t>
            </a:r>
          </a:p>
          <a:p>
            <a:r>
              <a:t>+1,100</a:t>
            </a:r>
          </a:p>
          <a:p>
            <a:r>
              <a:t>وثائق يف مثال لكل ،ناجح آيل اختبار</a:t>
            </a:r>
          </a:p>
          <a:p>
            <a:r>
              <a:t>اختبار المزيات</a:t>
            </a:r>
          </a:p>
          <a:p>
            <a:r>
              <a:t>تحسني ثم قياس</a:t>
            </a:r>
          </a:p>
          <a:p>
            <a:r>
              <a:t>أن وجدنا :اإلنجلزيية اإلجابات رفعنا بهذا .سببها ونعرف مرفوضة إجابة كل نقيس</a:t>
            </a:r>
          </a:p>
          <a:p>
            <a:r>
              <a:t>.واحد يوم يف فأصلحناه ،الحديث لنص نس ًخا ُّتع كانت ﷺ النيب على الصالة صيغ</a:t>
            </a:r>
          </a:p>
          <a:p>
            <a:r>
              <a:t>تنازل صفر</a:t>
            </a:r>
          </a:p>
          <a:p>
            <a:r>
              <a:t>ال يجتاز ال ما .بمصدرها جملة كل يطابق بفحص ثم آلية فحوص بسبعة تمر إجابة كل</a:t>
            </a:r>
          </a:p>
          <a:p>
            <a:r>
              <a:t>.إنسان إىل وطريق صادق اعتذار منه لبد اً و ُيعرض ،ُيعرض</a:t>
            </a:r>
          </a:p>
          <a:p>
            <a:r>
              <a:t>12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1( المرشوع من صور</a:t>
            </a:r>
          </a:p>
          <a:p>
            <a:r>
              <a:t>الحي الموقع من</a:t>
            </a:r>
          </a:p>
          <a:p>
            <a:r>
              <a:t>وحدها اللغة اختيار :البدايةلأو اً التالية الخطوة :الرئيسية</a:t>
            </a:r>
          </a:p>
          <a:p>
            <a:r>
              <a:t>مع البيانات قاعدة من آية :درس</a:t>
            </a:r>
          </a:p>
          <a:p>
            <a:r>
              <a:t>تالوتها</a:t>
            </a:r>
          </a:p>
          <a:p>
            <a:r>
              <a:t>البطاقات بعد تمرين</a:t>
            </a:r>
          </a:p>
          <a:p>
            <a:r>
              <a:t>معها إجابة كل :التعريف صفحة</a:t>
            </a:r>
          </a:p>
          <a:p>
            <a:r>
              <a:t>مصدرها</a:t>
            </a:r>
          </a:p>
          <a:p>
            <a:r>
              <a:t>13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)2 من 2( المرشوع من صور</a:t>
            </a:r>
          </a:p>
          <a:p>
            <a:r>
              <a:t>الحي الموقع من</a:t>
            </a:r>
          </a:p>
          <a:p>
            <a:r>
              <a:t>الجهاز على محسوبة الصالة مواقيت</a:t>
            </a:r>
          </a:p>
          <a:p>
            <a:r>
              <a:t>اليومية األذكار</a:t>
            </a:r>
          </a:p>
          <a:p>
            <a:r>
              <a:t>المصادر يف والبحث المكتبة</a:t>
            </a:r>
          </a:p>
          <a:p>
            <a:r>
              <a:t>واللغة ،حساب بال زائر :حسايب</a:t>
            </a:r>
          </a:p>
          <a:p>
            <a:r>
              <a:t>والتزنيالت</a:t>
            </a:r>
          </a:p>
          <a:p>
            <a:r>
              <a:t>والخصوصية المحايدة اإلشعارات</a:t>
            </a:r>
          </a:p>
          <a:p>
            <a:r>
              <a:t>14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والخصوصية واإلتاحة المستفيد تجربة</a:t>
            </a:r>
          </a:p>
          <a:p>
            <a:r>
              <a:t>وليلى ودانيال لجوزيف مص ّمم</a:t>
            </a:r>
          </a:p>
          <a:p>
            <a:r>
              <a:t>.ُيكشف أن من خوف أو ،ضعيف اتصال أو ،لغة :حقيقي مستفيد وضع من جاء الواجهة يف قرار كل</a:t>
            </a:r>
          </a:p>
          <a:p>
            <a:r>
              <a:t>واتجاهان لغات ثالث</a:t>
            </a:r>
          </a:p>
          <a:p>
            <a:r>
              <a:t>من ،شاشة كل يف والتاغالوغية واإلنجلزيية العربية</a:t>
            </a:r>
          </a:p>
          <a:p>
            <a:r>
              <a:t>مع يبقى العريب الرشعي والنص ،اليسار ومن اليمني</a:t>
            </a:r>
          </a:p>
          <a:p>
            <a:r>
              <a:t>.معناه</a:t>
            </a:r>
          </a:p>
          <a:p>
            <a:r>
              <a:t>اتصال دون يعمل</a:t>
            </a:r>
          </a:p>
          <a:p>
            <a:r>
              <a:t>والمواقيت ،المسار من فتحه ما :زيارة أول بعد</a:t>
            </a:r>
          </a:p>
          <a:p>
            <a:r>
              <a:t>معه يبقى ما فيه يختار تزنيالت ومركز .واألذكار والقبلة</a:t>
            </a:r>
          </a:p>
          <a:p>
            <a:r>
              <a:t>.بحجمه</a:t>
            </a:r>
          </a:p>
          <a:p>
            <a:r>
              <a:t>الباقة على خفيف</a:t>
            </a:r>
          </a:p>
          <a:p>
            <a:r>
              <a:t>1 قرابة( فتح أول يف وحدها المتع ّلم واجهة</a:t>
            </a:r>
          </a:p>
          <a:p>
            <a:r>
              <a:t>عند والفيديو والصوت ،)مضغوطة ميجابايت</a:t>
            </a:r>
          </a:p>
          <a:p>
            <a:r>
              <a:t>.فقط التشغيل</a:t>
            </a:r>
          </a:p>
          <a:p>
            <a:r>
              <a:t>الرسيع والخروج الخفي الوضع</a:t>
            </a:r>
          </a:p>
          <a:p>
            <a:r>
              <a:t>اسم بال واإلشعارات »Notes« يصبح الصفحة عنوان</a:t>
            </a:r>
          </a:p>
          <a:p>
            <a:r>
              <a:t>بيانات ومسح ،رسيع خروج وزر ،دينية كلمة وال رفيق</a:t>
            </a:r>
          </a:p>
          <a:p>
            <a:r>
              <a:t>.الجهاز</a:t>
            </a:r>
          </a:p>
          <a:p>
            <a:r>
              <a:t>البيانات من قدر أقل</a:t>
            </a:r>
          </a:p>
          <a:p>
            <a:r>
              <a:t>مستعار اسم الحساب .للتع ّلم مطلوب حساب ال</a:t>
            </a:r>
          </a:p>
          <a:p>
            <a:r>
              <a:t>.اختياري والربيد ،مرور وكلمة</a:t>
            </a:r>
          </a:p>
          <a:p>
            <a:r>
              <a:t>الجهاز يغادر ال الموقع</a:t>
            </a:r>
          </a:p>
          <a:p>
            <a:r>
              <a:t>،مدن قائمة من الجهاز على ُتحسب المواقيت</a:t>
            </a:r>
          </a:p>
          <a:p>
            <a:r>
              <a:t>شاشة على ومحايدة ،يف ّعلها حىت مغلقة واإلشعارات</a:t>
            </a:r>
          </a:p>
          <a:p>
            <a:r>
              <a:t>.القفل</a:t>
            </a:r>
          </a:p>
          <a:p>
            <a:r>
              <a:t>15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والبنية التقنيات</a:t>
            </a:r>
          </a:p>
          <a:p>
            <a:r>
              <a:t>وصيانتها تشغيلها يمكن بسيطة بنية</a:t>
            </a:r>
          </a:p>
          <a:p>
            <a:r>
              <a:t>.آيل وتراجع صحة فحص مع ،ُينرش ثم ب الختبارات يمر الرئ يس الفرع إىل دفع كل</a:t>
            </a:r>
          </a:p>
          <a:p>
            <a:r>
              <a:t>الجوال</a:t>
            </a:r>
          </a:p>
          <a:p>
            <a:r>
              <a:t>قابل ويب تطبيق</a:t>
            </a:r>
          </a:p>
          <a:p>
            <a:r>
              <a:t>للتثبيت</a:t>
            </a:r>
          </a:p>
          <a:p>
            <a:r>
              <a:t>و Vite و React</a:t>
            </a:r>
          </a:p>
          <a:p>
            <a:r>
              <a:t>خدمة وعامل ،TypeScript</a:t>
            </a:r>
          </a:p>
          <a:p>
            <a:r>
              <a:t>ونظام ،اتصال دون للعمل</a:t>
            </a:r>
          </a:p>
          <a:p>
            <a:r>
              <a:t>إشعارات .مو ّحد تصميم</a:t>
            </a:r>
          </a:p>
          <a:p>
            <a:r>
              <a:t>.Web Push</a:t>
            </a:r>
          </a:p>
          <a:p>
            <a:r>
              <a:t>⇄</a:t>
            </a:r>
          </a:p>
          <a:p>
            <a:r>
              <a:t>الخادم</a:t>
            </a:r>
          </a:p>
          <a:p>
            <a:r>
              <a:t>FastAPI (Python)</a:t>
            </a:r>
          </a:p>
          <a:p>
            <a:r>
              <a:t>،والتحقق السؤال مسار</a:t>
            </a:r>
          </a:p>
          <a:p>
            <a:r>
              <a:t>،والمراجعة والمسار</a:t>
            </a:r>
          </a:p>
          <a:p>
            <a:r>
              <a:t>النصوص وواجهة ،والمرافقة</a:t>
            </a:r>
          </a:p>
          <a:p>
            <a:r>
              <a:t>مجدولة مهام .الرشعية</a:t>
            </a:r>
          </a:p>
          <a:p>
            <a:r>
              <a:t>.للفهرسة</a:t>
            </a:r>
          </a:p>
          <a:p>
            <a:r>
              <a:t>⇄</a:t>
            </a:r>
          </a:p>
          <a:p>
            <a:r>
              <a:t>البيانات</a:t>
            </a:r>
          </a:p>
          <a:p>
            <a:r>
              <a:t>PostgreSQL +</a:t>
            </a:r>
          </a:p>
          <a:p>
            <a:r>
              <a:t>pgvector</a:t>
            </a:r>
          </a:p>
          <a:p>
            <a:r>
              <a:t>ومتجهاتها المعتمدة المقاطع</a:t>
            </a:r>
          </a:p>
          <a:p>
            <a:r>
              <a:t>،نيص وفهرس )ُبع ًدا 1024(</a:t>
            </a:r>
          </a:p>
          <a:p>
            <a:r>
              <a:t>.نص دون التكلفة وسجل</a:t>
            </a:r>
          </a:p>
          <a:p>
            <a:r>
              <a:t>⇄</a:t>
            </a:r>
          </a:p>
          <a:p>
            <a:r>
              <a:t>النماذج</a:t>
            </a:r>
          </a:p>
          <a:p>
            <a:r>
              <a:t>OpenRouter</a:t>
            </a:r>
          </a:p>
          <a:p>
            <a:r>
              <a:t>للتأليف Gemma 4</a:t>
            </a:r>
          </a:p>
          <a:p>
            <a:r>
              <a:t>و ،والفحص والتصنيف</a:t>
            </a:r>
          </a:p>
          <a:p>
            <a:r>
              <a:t>و ،احتياط ًيا DeepSeek</a:t>
            </a:r>
          </a:p>
          <a:p>
            <a:r>
              <a:t>.للمتجهات bge-m3</a:t>
            </a:r>
          </a:p>
          <a:p>
            <a:r>
              <a:t>github.com/rafeeq-muslim/rafeeq :الكود .GitHub Actions من آيل ونرش ،واحد خادم على nginx خلف Docker حاويات :الستضافة</a:t>
            </a:r>
          </a:p>
          <a:p>
            <a:r>
              <a:t>16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المضافة القيمة</a:t>
            </a:r>
          </a:p>
          <a:p>
            <a:r>
              <a:t>البدائل؟ تق ّدمه وال رفيق يق ّدمه الذي ما</a:t>
            </a:r>
          </a:p>
          <a:p>
            <a:r>
              <a:t>.لغات وعدة البرشي والمرشد المو ّثق والمساعد التع ّلمي المسار يجمع منت ًجا نجد لم ،تطبيقات 9و برنام ًجا 14 شمل مسح يف</a:t>
            </a:r>
          </a:p>
          <a:p>
            <a:r>
              <a:t>عامة اصطناعي ذكاء محادثة</a:t>
            </a:r>
          </a:p>
          <a:p>
            <a:r>
              <a:t>ثابتة ومواقع PDF كتيبات</a:t>
            </a:r>
          </a:p>
          <a:p>
            <a:r>
              <a:t>التواصل وسائل</a:t>
            </a:r>
          </a:p>
          <a:p>
            <a:r>
              <a:t>رفيق</a:t>
            </a:r>
          </a:p>
          <a:p>
            <a:r>
              <a:t>المصدر</a:t>
            </a:r>
          </a:p>
          <a:p>
            <a:r>
              <a:t>ن ًص ا يخرتع وقد ،معروف غري</a:t>
            </a:r>
          </a:p>
          <a:p>
            <a:r>
              <a:t>موثوق</a:t>
            </a:r>
          </a:p>
          <a:p>
            <a:r>
              <a:t>متضارب</a:t>
            </a:r>
          </a:p>
          <a:p>
            <a:r>
              <a:t>البيانات قاعدة من والنص ،معتمدة مصادر</a:t>
            </a:r>
          </a:p>
          <a:p>
            <a:r>
              <a:t>التد ّرج</a:t>
            </a:r>
          </a:p>
          <a:p>
            <a:r>
              <a:t>يوجد ال</a:t>
            </a:r>
          </a:p>
          <a:p>
            <a:r>
              <a:t>للجميع واحد كتاب</a:t>
            </a:r>
          </a:p>
          <a:p>
            <a:r>
              <a:t>يوجد ال</a:t>
            </a:r>
          </a:p>
          <a:p>
            <a:r>
              <a:t>اإلتقان بحسب ومراجعة مسار</a:t>
            </a:r>
          </a:p>
          <a:p>
            <a:r>
              <a:t>لغته</a:t>
            </a:r>
          </a:p>
          <a:p>
            <a:r>
              <a:t>ضمان دون ،نعم</a:t>
            </a:r>
          </a:p>
          <a:p>
            <a:r>
              <a:t>بالتاغالوغية وقليل ،محدود</a:t>
            </a:r>
          </a:p>
          <a:p>
            <a:r>
              <a:t>متفاوت</a:t>
            </a:r>
          </a:p>
          <a:p>
            <a:r>
              <a:t>معتمدة بمصطلحات لغات ثالث</a:t>
            </a:r>
          </a:p>
          <a:p>
            <a:r>
              <a:t>اإلنسان</a:t>
            </a:r>
          </a:p>
          <a:p>
            <a:r>
              <a:t>ال</a:t>
            </a:r>
          </a:p>
          <a:p>
            <a:r>
              <a:t>ال</a:t>
            </a:r>
          </a:p>
          <a:p>
            <a:r>
              <a:t>غرباء</a:t>
            </a:r>
          </a:p>
          <a:p>
            <a:r>
              <a:t>الخطر يف وإحالة ،وبلغته جنسه من مرشد</a:t>
            </a:r>
          </a:p>
          <a:p>
            <a:r>
              <a:t>الخصوصية</a:t>
            </a:r>
          </a:p>
          <a:p>
            <a:r>
              <a:t>ُتحفظ المحادثة</a:t>
            </a:r>
          </a:p>
          <a:p>
            <a:r>
              <a:t>جيدة</a:t>
            </a:r>
          </a:p>
          <a:p>
            <a:r>
              <a:t>مكشوفة</a:t>
            </a:r>
          </a:p>
          <a:p>
            <a:r>
              <a:t>النموذج طلبات يف هوية وال ،خفي وضع</a:t>
            </a:r>
          </a:p>
          <a:p>
            <a:r>
              <a:t>.)مكتيب بحث ،2026 أكتوبر ،السوق قسم( docs/agents/evidence.md :المسح</a:t>
            </a:r>
          </a:p>
          <a:p>
            <a:r>
              <a:t>17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الستمرار وخطة التشغيل واقعية</a:t>
            </a:r>
          </a:p>
          <a:p>
            <a:r>
              <a:t>ليستمر ومه ّيأ ،اليوم يعمل</a:t>
            </a:r>
          </a:p>
          <a:p>
            <a:r>
              <a:t>.المسؤوليات وواضح الكلفة قليل وتشغيله ،اآلن المستخدمني ويخدم منشور رفيق</a:t>
            </a:r>
          </a:p>
          <a:p>
            <a:r>
              <a:t>تشغيل</a:t>
            </a:r>
          </a:p>
          <a:p>
            <a:r>
              <a:t>آيل ونرش واحد خادم</a:t>
            </a:r>
          </a:p>
          <a:p>
            <a:r>
              <a:t>مع ،تلقائ ًيا ُينرش ثم ب الختبارات يمر تحديث كل</a:t>
            </a:r>
          </a:p>
          <a:p>
            <a:r>
              <a:t>.يشء اختل إن آيل وتراجع صحة فحص</a:t>
            </a:r>
          </a:p>
          <a:p>
            <a:r>
              <a:t>تكلفة</a:t>
            </a:r>
          </a:p>
          <a:p>
            <a:r>
              <a:t>لإلجابة سنت من أقل</a:t>
            </a:r>
          </a:p>
          <a:p>
            <a:r>
              <a:t>إنفاق سقف مع ،المجاب للسؤال 0.0015$ قرابة</a:t>
            </a:r>
          </a:p>
          <a:p>
            <a:r>
              <a:t>يضمن احتياطي ونموذج ،المزيانية يضبط وكلي يومي</a:t>
            </a:r>
          </a:p>
          <a:p>
            <a:r>
              <a:t>.الستمرار</a:t>
            </a:r>
          </a:p>
          <a:p>
            <a:r>
              <a:t>محتوى</a:t>
            </a:r>
          </a:p>
          <a:p>
            <a:r>
              <a:t>المنتج داخل رشعية مراجعة</a:t>
            </a:r>
          </a:p>
          <a:p>
            <a:r>
              <a:t>أي ويسحب المحتوى يعتمد الرشعي المراجع مكتب</a:t>
            </a:r>
          </a:p>
          <a:p>
            <a:r>
              <a:t>سجل يف مو ّثقة مر ّخصة ومصادر ،بضغطة نسخة</a:t>
            </a:r>
          </a:p>
          <a:p>
            <a:r>
              <a:t>.واحد</a:t>
            </a:r>
          </a:p>
          <a:p>
            <a:r>
              <a:t>انتشار</a:t>
            </a:r>
          </a:p>
          <a:p>
            <a:r>
              <a:t>الدعوية الجهات عرب</a:t>
            </a:r>
          </a:p>
          <a:p>
            <a:r>
              <a:t>ويرى ،مرشديه ويدير ،برمز ينضم دعوي مكتب كل</a:t>
            </a:r>
          </a:p>
          <a:p>
            <a:r>
              <a:t>.مج ّمعة لوحة يف أثره</a:t>
            </a:r>
          </a:p>
          <a:p>
            <a:r>
              <a:t>تو ّس ع</a:t>
            </a:r>
          </a:p>
          <a:p>
            <a:r>
              <a:t>نفسها بالبنية جديدة لغات</a:t>
            </a:r>
          </a:p>
          <a:p>
            <a:r>
              <a:t>لغة وإضافة ،اللغات عرشات تتيح المعتمدة المصادر</a:t>
            </a:r>
          </a:p>
          <a:p>
            <a:r>
              <a:t>.المنتج تغيري تحتاج ال</a:t>
            </a:r>
          </a:p>
          <a:p>
            <a:r>
              <a:t>انفتاح</a:t>
            </a:r>
          </a:p>
          <a:p>
            <a:r>
              <a:t>ومو ّثق من ّظ م كود</a:t>
            </a:r>
          </a:p>
          <a:p>
            <a:r>
              <a:t>يف كلها والتشغيل والمصادر والقواعد المزيات وثائق</a:t>
            </a:r>
          </a:p>
          <a:p>
            <a:r>
              <a:t>.تشغيله يستطيع فريق وأي ،المستودع</a:t>
            </a:r>
          </a:p>
          <a:p>
            <a:r>
              <a:t>18 /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الفريق</a:t>
            </a:r>
          </a:p>
          <a:p>
            <a:r>
              <a:t>العويمر عبدالعزيز بن نارص</a:t>
            </a:r>
          </a:p>
          <a:p>
            <a:r>
              <a:t>المنصة</a:t>
            </a:r>
          </a:p>
          <a:p>
            <a:r>
              <a:t>العويمر خالد بن نارص</a:t>
            </a:r>
          </a:p>
          <a:p>
            <a:r>
              <a:t>اليومية والممارسة التصميم نظام</a:t>
            </a:r>
          </a:p>
          <a:p>
            <a:r>
              <a:t>الفوزان صالح بن مهند</a:t>
            </a:r>
          </a:p>
          <a:p>
            <a:r>
              <a:t>والتحفزي التع ّلم</a:t>
            </a:r>
          </a:p>
          <a:p>
            <a:r>
              <a:t>العمري عبدالعزيز بن مس ّلم</a:t>
            </a:r>
          </a:p>
          <a:p>
            <a:r>
              <a:t>واألسئلة المعرفة</a:t>
            </a:r>
          </a:p>
          <a:p>
            <a:r>
              <a:t>بنفسك ج ّربه</a:t>
            </a:r>
          </a:p>
          <a:p>
            <a:r>
              <a:t>الموقع</a:t>
            </a:r>
          </a:p>
          <a:p>
            <a:r>
              <a:t>rafeeq.nan.sa</a:t>
            </a:r>
          </a:p>
          <a:p>
            <a:r>
              <a:t>التطبيق</a:t>
            </a:r>
          </a:p>
          <a:p>
            <a:r>
              <a:t>rafeeq.nan.sa/app</a:t>
            </a:r>
          </a:p>
          <a:p>
            <a:r>
              <a:t>الفيديو</a:t>
            </a:r>
          </a:p>
          <a:p>
            <a:r>
              <a:t>youtube.com/shorts/NN3KVPgEf-4</a:t>
            </a:r>
          </a:p>
          <a:p>
            <a:r>
              <a:t>الكود</a:t>
            </a:r>
          </a:p>
          <a:p>
            <a:r>
              <a:t>github.com/rafeeq-muslim/rafeeq</a:t>
            </a:r>
          </a:p>
          <a:p>
            <a:r>
              <a:t>.يحتاج حني بإنسان ويصله ،موثوقة مصادر من ويجيبه ،بلغته األوىل سنته يف الجديد المسلم يرافق · رفيق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رفيق: العرض الختامي</dc:title>
  <dc:subject/>
  <dc:creator>فريق رفيق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