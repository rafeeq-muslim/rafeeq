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رفيق</a:t>
            </a:r>
          </a:p>
          <a:p>
            <a:r>
              <a:t>األوىل سنته يف الجديد المسلم رفيق</a:t>
            </a:r>
          </a:p>
          <a:p>
            <a:r>
              <a:t>.يحتاج حني بإنسان ويصله ،معتمدة مصادر من ويجيبه ،خطوة خطوة بلغته يع ّلمه</a:t>
            </a:r>
          </a:p>
          <a:p>
            <a:r>
              <a:t>rafeeq.nan.sa</a:t>
            </a:r>
          </a:p>
          <a:p>
            <a:r>
              <a:t>وتع ّلمه باإلسالم للتعريف المعرفية والرحلة التفاعلية التجارب :الثالث المسار2026 أكتوبر · الختامي العرض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المشكلة</a:t>
            </a:r>
          </a:p>
          <a:p>
            <a:r>
              <a:t>األوىل سنتهم يف وحدهم ُيرتكون ثم ،اآلالف ُيسلم</a:t>
            </a:r>
          </a:p>
          <a:p>
            <a:r>
              <a:t>.ضعيفة اإلسالم يوم بعد والمتابعة ،ومتضارب متف ّرق بلغتهم والمتاح ،بالعربية الموثوق المحتوى أغلب</a:t>
            </a:r>
          </a:p>
          <a:p>
            <a:r>
              <a:t>347,646</a:t>
            </a:r>
          </a:p>
          <a:p>
            <a:r>
              <a:t>2019 بني المملكة يف جدي ًدا مسل ًما</a:t>
            </a:r>
          </a:p>
          <a:p>
            <a:r>
              <a:t>2023 يف 163,319 منهم ،2023و</a:t>
            </a:r>
          </a:p>
          <a:p>
            <a:r>
              <a:t>وحده</a:t>
            </a:r>
          </a:p>
          <a:p>
            <a:r>
              <a:t>43%</a:t>
            </a:r>
          </a:p>
          <a:p>
            <a:r>
              <a:t>إسالمهم إعالن بعد وحيدين أصبحوا</a:t>
            </a:r>
          </a:p>
          <a:p>
            <a:r>
              <a:t>حولهم لمن</a:t>
            </a:r>
          </a:p>
          <a:p>
            <a:r>
              <a:t>54%</a:t>
            </a:r>
          </a:p>
          <a:p>
            <a:r>
              <a:t>وتل ّقى ،شكوكهم عن أجوبة يجدوا لم</a:t>
            </a:r>
          </a:p>
          <a:p>
            <a:r>
              <a:t>خاطئة معلومات مثلهم</a:t>
            </a:r>
          </a:p>
          <a:p>
            <a:r>
              <a:t>38%</a:t>
            </a:r>
          </a:p>
          <a:p>
            <a:r>
              <a:t>أنه مع ،مفي ًدا اإلنرتنت وجدوا فقط</a:t>
            </a:r>
          </a:p>
          <a:p>
            <a:r>
              <a:t>استخدا ًم ا المساعدة مصادر أكرث ثاين</a:t>
            </a:r>
          </a:p>
          <a:p>
            <a:r>
              <a:t>وافد عامل · جوزيف</a:t>
            </a:r>
          </a:p>
          <a:p>
            <a:r>
              <a:t>دروس وال ،محدودان ورصيده ووقته ،التاغالوغية يتكلم</a:t>
            </a:r>
          </a:p>
          <a:p>
            <a:r>
              <a:t>.بلغته</a:t>
            </a:r>
          </a:p>
          <a:p>
            <a:r>
              <a:t>اإلنرتنت عرب أسلم · دانيال</a:t>
            </a:r>
          </a:p>
          <a:p>
            <a:r>
              <a:t>.المحتوى من يثق بمن يعرف وال ،مدينته يف مسلمني يعرف ال</a:t>
            </a:r>
          </a:p>
          <a:p>
            <a:r>
              <a:t>إسالمها تخفي · ليلى</a:t>
            </a:r>
          </a:p>
          <a:p>
            <a:r>
              <a:t>.إنسان إىل فور ًيا طري ًقا وتحتاج ،التطبيق أحد يرى أن تخىش</a:t>
            </a:r>
          </a:p>
          <a:p>
            <a:r>
              <a:t>docs/agents/evidence.md يف التفاصيل .البحث على مبنية مسودات الشخصيات .)صغرية عينة ،2015( الغرب يف جدي ًدا مسل ًما 114 على أصول مركز استبانة ؛)2024 يناير ،واس عرب( اإلسالمية الشؤون وزارة :المصادر</a:t>
            </a:r>
          </a:p>
          <a:p>
            <a:r>
              <a:t>02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النجاح ومعيار المستفيد</a:t>
            </a:r>
          </a:p>
          <a:p>
            <a:r>
              <a:t>الثالث المسار يطلبه بما النجاح نقيس</a:t>
            </a:r>
          </a:p>
          <a:p>
            <a:r>
              <a:t>.ومراجعني مرشدين من يرافقه ومن ،التاغالوغية أو اإلنجلزيية أو بالعربية ،األوىل سنته يف الجديد المسلم :المستفيد</a:t>
            </a:r>
          </a:p>
          <a:p>
            <a:r>
              <a:t>المسار نجاح معيار</a:t>
            </a:r>
          </a:p>
          <a:p>
            <a:r>
              <a:t>فهم تحسني يف ،المستهدفة الفئة مع اختباره عند ،الحل أسهم هل</a:t>
            </a:r>
          </a:p>
          <a:p>
            <a:r>
              <a:t>،الرحلة واستمرارية وتسلسله المحتوى مالءمة يف أو ،إسالمي مفهوم</a:t>
            </a:r>
          </a:p>
          <a:p>
            <a:r>
              <a:t>الحساسة أو الدينية السمات استنتاج وعدم بالخصوصية اللزتام مع</a:t>
            </a:r>
          </a:p>
          <a:p>
            <a:r>
              <a:t>للمستخدم؟</a:t>
            </a:r>
          </a:p>
          <a:p>
            <a:r>
              <a:t>الجانب</a:t>
            </a:r>
          </a:p>
          <a:p>
            <a:r>
              <a:t>رفيق يف نقيسه كيف</a:t>
            </a:r>
          </a:p>
          <a:p>
            <a:r>
              <a:t>الفهم</a:t>
            </a:r>
          </a:p>
          <a:p>
            <a:r>
              <a:t>المراجعة يف يو ًم ا 30و 7 بعد منه التحقق ثم ،التمارين يف تع ّلمي هدف كل إتقان</a:t>
            </a:r>
          </a:p>
          <a:p>
            <a:r>
              <a:t>مالءمة</a:t>
            </a:r>
          </a:p>
          <a:p>
            <a:r>
              <a:t>التسلسل</a:t>
            </a:r>
          </a:p>
          <a:p>
            <a:r>
              <a:t>6 من متد ّرج ومسار ،المناسبة الوحدات يفتح اختياري مستوى تحديد اختبار</a:t>
            </a:r>
          </a:p>
          <a:p>
            <a:r>
              <a:t>وحدات</a:t>
            </a:r>
          </a:p>
          <a:p>
            <a:r>
              <a:t>الستمرار)الفريق مؤرشات( الوحدات وإتمام ،والسلسلة ،يو ًم ا 30و 7 بعد العودة</a:t>
            </a:r>
          </a:p>
          <a:p>
            <a:r>
              <a:t>اإلحالة</a:t>
            </a:r>
          </a:p>
          <a:p>
            <a:r>
              <a:t>آل ًيا ذلك و ُيخترب ،إنسان إىل يصل شخيص أو خ ِط ر سؤال كل</a:t>
            </a:r>
          </a:p>
          <a:p>
            <a:r>
              <a:t>الخصوصية</a:t>
            </a:r>
          </a:p>
          <a:p>
            <a:r>
              <a:t>النموذج طلبات يف مع ّرف أي يدخل ال ُيص ّنف؛ وال المستخدم دين ُيستنتج ال</a:t>
            </a:r>
          </a:p>
          <a:p>
            <a:r>
              <a:t>.الحقيقي الستخدام وتنتظر التطبيق يف مبنية المؤرشات بعد؛ َُيج لم الجدد المسلمني مع الميداين الختبار</a:t>
            </a:r>
          </a:p>
          <a:p>
            <a:r>
              <a:t>03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الحل</a:t>
            </a:r>
          </a:p>
          <a:p>
            <a:r>
              <a:t>بلغته الجديد المسلم يرافق ويب تطبيق :رفيق</a:t>
            </a:r>
          </a:p>
          <a:p>
            <a:r>
              <a:t>.محله يحل وال اإلنسان يساند الصطناعي الذكاء .زيارة أول بعد اتصال دون ويعمل ،المتصفح من و ُيث ّبت ،متجر دون جوال أي على يعمل</a:t>
            </a:r>
          </a:p>
          <a:p>
            <a:r>
              <a:t>01</a:t>
            </a:r>
          </a:p>
          <a:p>
            <a:r>
              <a:t>متد ّرج تع ّلم مسار</a:t>
            </a:r>
          </a:p>
          <a:p>
            <a:r>
              <a:t>قصرية بطاقات …والصالة ،والطهارة ،الشهادتان :لغات بثالث در ًس ا 25و وحدات 6</a:t>
            </a:r>
          </a:p>
          <a:p>
            <a:r>
              <a:t>.إتقا ًنا األقل لألهداف تك ّيفية ومراجعة ،وتمارين</a:t>
            </a:r>
          </a:p>
          <a:p>
            <a:r>
              <a:t>02</a:t>
            </a:r>
          </a:p>
          <a:p>
            <a:r>
              <a:t>معتمدة بمصادر »رفيق اسأل«</a:t>
            </a:r>
          </a:p>
          <a:p>
            <a:r>
              <a:t>قبل إجابة تظهر وال ،إجابة كل مع المصدر ويعرض ،فقط معتمدة نصوص من يجيب</a:t>
            </a:r>
          </a:p>
          <a:p>
            <a:r>
              <a:t>.التحقق تجتاز أن</a:t>
            </a:r>
          </a:p>
          <a:p>
            <a:r>
              <a:t>03</a:t>
            </a:r>
          </a:p>
          <a:p>
            <a:r>
              <a:t>واإلحالة البرشية المرافقة</a:t>
            </a:r>
          </a:p>
          <a:p>
            <a:r>
              <a:t>المستفيد جنس من ومرشد ،والمساعد والمراجعة الدرس يف »إنسا ًنا أريد« زر</a:t>
            </a:r>
          </a:p>
          <a:p>
            <a:r>
              <a:t>.صغرية ومجموعات ،وبلغته</a:t>
            </a:r>
          </a:p>
          <a:p>
            <a:r>
              <a:t>04</a:t>
            </a:r>
          </a:p>
          <a:p>
            <a:r>
              <a:t>اليوم أدوات</a:t>
            </a:r>
          </a:p>
          <a:p>
            <a:r>
              <a:t>مختارة ومكتبة ،للقرآن واستماع ،وأذكار ،الجهاز على محسوبة والقبلة الصالة مواقيت</a:t>
            </a:r>
          </a:p>
          <a:p>
            <a:r>
              <a:t>.لمرحلته</a:t>
            </a:r>
          </a:p>
          <a:p>
            <a:r>
              <a:t>04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العمل آلية</a:t>
            </a:r>
          </a:p>
          <a:p>
            <a:r>
              <a:t>المتابعة إىل فتح أول من المستفيد رحلة</a:t>
            </a:r>
          </a:p>
          <a:p>
            <a:r>
              <a:t>.مرحلة كل يف حارض واإلنسان ،بعدها اليت إىل تقود خطوة كل</a:t>
            </a:r>
          </a:p>
          <a:p>
            <a:r>
              <a:t>1</a:t>
            </a:r>
          </a:p>
          <a:p>
            <a:r>
              <a:t>ترحيب</a:t>
            </a:r>
          </a:p>
          <a:p>
            <a:r>
              <a:t>ثالثة ثم ،لغته يختار</a:t>
            </a:r>
          </a:p>
          <a:p>
            <a:r>
              <a:t>مستوى واختبار ،وعود</a:t>
            </a:r>
          </a:p>
          <a:p>
            <a:r>
              <a:t>حساب ال .اختياري</a:t>
            </a:r>
          </a:p>
          <a:p>
            <a:r>
              <a:t>.مطلوب</a:t>
            </a:r>
          </a:p>
          <a:p>
            <a:r>
              <a:t>←</a:t>
            </a:r>
          </a:p>
          <a:p>
            <a:r>
              <a:t>2</a:t>
            </a:r>
          </a:p>
          <a:p>
            <a:r>
              <a:t>متد ّرج مسار</a:t>
            </a:r>
          </a:p>
          <a:p>
            <a:r>
              <a:t>يف لأو اً التالية الخطوة</a:t>
            </a:r>
          </a:p>
          <a:p>
            <a:r>
              <a:t>ودرس ،مر ّتبة رئيسية</a:t>
            </a:r>
          </a:p>
          <a:p>
            <a:r>
              <a:t>.دقائق من</a:t>
            </a:r>
          </a:p>
          <a:p>
            <a:r>
              <a:t>←</a:t>
            </a:r>
          </a:p>
          <a:p>
            <a:r>
              <a:t>3</a:t>
            </a:r>
          </a:p>
          <a:p>
            <a:r>
              <a:t>»لماذا؟«و تمرين</a:t>
            </a:r>
          </a:p>
          <a:p>
            <a:r>
              <a:t>السبب ُيرشح الخطأ عند</a:t>
            </a:r>
          </a:p>
          <a:p>
            <a:r>
              <a:t>البطاقة نص من</a:t>
            </a:r>
          </a:p>
          <a:p>
            <a:r>
              <a:t>.المعتمدة</a:t>
            </a:r>
          </a:p>
          <a:p>
            <a:r>
              <a:t>←</a:t>
            </a:r>
          </a:p>
          <a:p>
            <a:r>
              <a:t>4</a:t>
            </a:r>
          </a:p>
          <a:p>
            <a:r>
              <a:t>تك ّيفية مراجعة</a:t>
            </a:r>
          </a:p>
          <a:p>
            <a:r>
              <a:t>على أهداف خمسة</a:t>
            </a:r>
          </a:p>
          <a:p>
            <a:r>
              <a:t>7 بعد والتحقق ،األكرث</a:t>
            </a:r>
          </a:p>
          <a:p>
            <a:r>
              <a:t>.يو ًم ا 30و</a:t>
            </a:r>
          </a:p>
          <a:p>
            <a:r>
              <a:t>←</a:t>
            </a:r>
          </a:p>
          <a:p>
            <a:r>
              <a:t>5</a:t>
            </a:r>
          </a:p>
          <a:p>
            <a:r>
              <a:t>سؤال</a:t>
            </a:r>
          </a:p>
          <a:p>
            <a:r>
              <a:t>أي يف بلغته رفيق يسأل</a:t>
            </a:r>
          </a:p>
          <a:p>
            <a:r>
              <a:t>.لحظة←</a:t>
            </a:r>
          </a:p>
          <a:p>
            <a:r>
              <a:t>6</a:t>
            </a:r>
          </a:p>
          <a:p>
            <a:r>
              <a:t>أو مو ّثقة إجابة</a:t>
            </a:r>
          </a:p>
          <a:p>
            <a:r>
              <a:t>إنسان</a:t>
            </a:r>
          </a:p>
          <a:p>
            <a:r>
              <a:t>أو ،بمصدرها إجابة</a:t>
            </a:r>
          </a:p>
          <a:p>
            <a:r>
              <a:t>إحالة أو ،واضح اعتذار</a:t>
            </a:r>
          </a:p>
          <a:p>
            <a:r>
              <a:t>.مرشد إىل</a:t>
            </a:r>
          </a:p>
          <a:p>
            <a:r>
              <a:t>.اتصال دون معه يبقى المسار من ُيفتح ما.درس أول بعد بهدوء و ُيعرض ،اختياري الحساب</a:t>
            </a:r>
          </a:p>
          <a:p>
            <a:r>
              <a:t>طلب أي دون إنسان إىل فورية إحالة :الخطر يف</a:t>
            </a:r>
          </a:p>
          <a:p>
            <a:r>
              <a:t>.للنموذج</a:t>
            </a:r>
          </a:p>
          <a:p>
            <a:r>
              <a:t>05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1( الصطناعي الذكاء</a:t>
            </a:r>
          </a:p>
          <a:p>
            <a:r>
              <a:t>المصادر يف بما إال يجيب ال :»رفيق اسأل«</a:t>
            </a:r>
          </a:p>
          <a:p>
            <a:r>
              <a:t>.ثانية 45و خارجية طلبات 8 :سؤال كل سقف .اإلجابة إيقاف تستطيع مرحلة وكل ،سؤال لكل مراحل ست</a:t>
            </a:r>
          </a:p>
          <a:p>
            <a:r>
              <a:t>المرحلة</a:t>
            </a:r>
          </a:p>
          <a:p>
            <a:r>
              <a:t>النموذج</a:t>
            </a:r>
          </a:p>
          <a:p>
            <a:r>
              <a:t>تفعله ما</a:t>
            </a:r>
          </a:p>
          <a:p>
            <a:r>
              <a:t>رفضت أو فشلت إذا</a:t>
            </a:r>
          </a:p>
          <a:p>
            <a:r>
              <a:t>الخطر فحص .1نموذج باللأو اً تعمل ،لغات بثالث معتمدة خطر عبارات</a:t>
            </a:r>
          </a:p>
          <a:p>
            <a:r>
              <a:t>اتصال أي دون ،إنسان إىل فورية وإحالة ثابت رد</a:t>
            </a:r>
          </a:p>
          <a:p>
            <a:r>
              <a:t>بالشبكة</a:t>
            </a:r>
          </a:p>
          <a:p>
            <a:r>
              <a:t>المو ّجه .2رسيع</a:t>
            </a:r>
          </a:p>
          <a:p>
            <a:r>
              <a:t>ودرجته …تجاوز محاولة ،النطاق خارج ،خطر ،شخيص ،خاليف ،عام :السؤال يص ّنف</a:t>
            </a:r>
          </a:p>
          <a:p>
            <a:r>
              <a:t>D إىل A من</a:t>
            </a:r>
          </a:p>
          <a:p>
            <a:r>
              <a:t>إنسان إىل والخطر ،مرشد إىل ُيحال الشخيص</a:t>
            </a:r>
          </a:p>
          <a:p>
            <a:r>
              <a:t>السرتجاع .3</a:t>
            </a:r>
          </a:p>
          <a:p>
            <a:r>
              <a:t>bge-m3مقاطع 8 حىت ،السائل بلغة المعتمدة المصادر يف م ًعا ونيص داليل بحث</a:t>
            </a:r>
          </a:p>
          <a:p>
            <a:r>
              <a:t>ذلك و ُيع َلن بالنيص يكمل الداليل البحث تعطل إن</a:t>
            </a:r>
          </a:p>
          <a:p>
            <a:r>
              <a:t>المؤلف .4رئ يس</a:t>
            </a:r>
          </a:p>
          <a:p>
            <a:r>
              <a:t>كتابة بدل حديث أو آية كل مكان عالمة ويضع ،وحدها المقاطع من اإلجابة يكتب</a:t>
            </a:r>
          </a:p>
          <a:p>
            <a:r>
              <a:t>نصه</a:t>
            </a:r>
          </a:p>
          <a:p>
            <a:r>
              <a:t>مرشد مع التواصل واقرتاح اعتذار ← »يكفي ال«</a:t>
            </a:r>
          </a:p>
          <a:p>
            <a:r>
              <a:t>المدقق .5رسيع + كود</a:t>
            </a:r>
          </a:p>
          <a:p>
            <a:r>
              <a:t>كل دعم فحص ثم )…اللغة ،منسوخ نص ال ، لفع اً مسرتجعة المراجع( آلية فحوص 7</a:t>
            </a:r>
          </a:p>
          <a:p>
            <a:r>
              <a:t>بالمصدر جملة</a:t>
            </a:r>
          </a:p>
          <a:p>
            <a:r>
              <a:t>تظهر ال وإال ،جديد من كامل فحص ثم واحد إصالح</a:t>
            </a:r>
          </a:p>
          <a:p>
            <a:r>
              <a:t>اإلجابة</a:t>
            </a:r>
          </a:p>
          <a:p>
            <a:r>
              <a:t>العرض .6</a:t>
            </a:r>
          </a:p>
          <a:p>
            <a:r>
              <a:t>—المصدر بطاقة مع ،بمع ّرفه البيانات قاعدة من ُيعرض والحديث اآلية نص</a:t>
            </a:r>
          </a:p>
          <a:p>
            <a:r>
              <a:t>اإلجابة ُتعرض ال العرض قبل المصدر ُحذف إن</a:t>
            </a:r>
          </a:p>
          <a:p>
            <a:r>
              <a:t>docs/engineering/ai-agents.md :المصدر .بالطلبات يحتفظون ال ومز ّودون ،0 حرارة .deepseek-v4-pro و الحتياطي ،gemma-4-26b-a4b-it والرسيع ،gemma-4-31b-it الرئ يس :OpenRouter عرب النماذج</a:t>
            </a:r>
          </a:p>
          <a:p>
            <a:r>
              <a:t>06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2( الصطناعي الذكاء</a:t>
            </a:r>
          </a:p>
          <a:p>
            <a:r>
              <a:t>التع ّلم خدمة يف الصطناعي الذكاء</a:t>
            </a:r>
          </a:p>
          <a:p>
            <a:r>
              <a:t>.ثابت نص إىل رفيق يعود فشلت وإن ،وفاحص محدود مدخل منها لكل ،محددة صغرية مهام</a:t>
            </a:r>
          </a:p>
          <a:p>
            <a:r>
              <a:t>الخطأ رشح »لماذا؟«</a:t>
            </a:r>
          </a:p>
          <a:p>
            <a:r>
              <a:t>على كلمة 60 يف رش ًحا يكتب .المتع ّلم وإجابة والتمرين المعتمدة البطاقة :المدخل</a:t>
            </a:r>
          </a:p>
          <a:p>
            <a:r>
              <a:t>.يشء يظهر ال فشل إن .ٍثا نموذج يفحصه ثم ،األكرث</a:t>
            </a:r>
          </a:p>
          <a:p>
            <a:r>
              <a:t>التعليمي المو ّجه</a:t>
            </a:r>
          </a:p>
          <a:p>
            <a:r>
              <a:t>من فيه اسم وكل ،جمل 3 يف اآلن يتع ّلمه ما يقرتح ،هوية يحمل ال تع ّلم مل ّخص من</a:t>
            </a:r>
          </a:p>
          <a:p>
            <a:r>
              <a:t>.ُيحفظ ال المل ّخص .المل ّخص</a:t>
            </a:r>
          </a:p>
          <a:p>
            <a:r>
              <a:t>الرئيسية ترتيب</a:t>
            </a:r>
          </a:p>
          <a:p>
            <a:r>
              <a:t>تبقى التالية الخطوة .اليوم يف مرة ،والتق ّدم اليوم وقت بحسب الرئيسية مك ّونات ير ّتب</a:t>
            </a:r>
          </a:p>
          <a:p>
            <a:r>
              <a:t>.ثابت ترتيب الفشل وعند ،دائ ًما لأو اً</a:t>
            </a:r>
          </a:p>
          <a:p>
            <a:r>
              <a:t>تع ّلمي بهدف السؤال ربط</a:t>
            </a:r>
          </a:p>
          <a:p>
            <a:r>
              <a:t>الدرس فيقرتح ،معتمدة قائمة من بهدف المجاب سؤاله يربط :فقط المتع ّلم بإذن</a:t>
            </a:r>
          </a:p>
          <a:p>
            <a:r>
              <a:t>.وحده المع ّرف ُيرسل .المناسب</a:t>
            </a:r>
          </a:p>
          <a:p>
            <a:r>
              <a:t>المراجعة · ثاب ًتا ر ًدا ويعرض الطلبات يوقف وكلي يومي إنفاق سقف · تعليمات ال بيانات ُيعامل المستخدم نص · طلب أي يف سجل وال مع ّرف وال اسم يدخل ال :مشرتكة ضوابط</a:t>
            </a:r>
          </a:p>
          <a:p>
            <a:r>
              <a:t>.لغوي نموذج ال ،مكتوبة خوارزمية التك ّيفية</a:t>
            </a:r>
          </a:p>
          <a:p>
            <a:r>
              <a:t>07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العلمية والسالمة الموثوقية</a:t>
            </a:r>
          </a:p>
          <a:p>
            <a:r>
              <a:t>يحيل؟ أو يمتنع ومىت ،رفيق يجيب مىت</a:t>
            </a:r>
          </a:p>
          <a:p>
            <a:r>
              <a:t>.خالفية مسألة يف ير ّجح وال ،شخصية حالة يف يفيت وال ،عنده من حدي ًثا وال آية يكتب ال النموذج</a:t>
            </a:r>
          </a:p>
          <a:p>
            <a:r>
              <a:t>اإلجابات يف المعتمدة المصادر</a:t>
            </a:r>
          </a:p>
          <a:p>
            <a:r>
              <a:t>المعتمدة وترجماته القرآن نص :QuranEnc</a:t>
            </a:r>
          </a:p>
          <a:p>
            <a:r>
              <a:t>ورشحها درجتها مع األحاديث :HadeethEnc</a:t>
            </a:r>
          </a:p>
          <a:p>
            <a:r>
              <a:t>الجديد للمسلم المفيد المخترص :IslamHouse موسوعة</a:t>
            </a:r>
          </a:p>
          <a:p>
            <a:r>
              <a:t>باز ابن الشيخ موقع فتاوى</a:t>
            </a:r>
          </a:p>
          <a:p>
            <a:r>
              <a:t>بعد يصل لم الموقع وإذن ،المنتج مالك بقرار مضاف :islamqa.info</a:t>
            </a:r>
          </a:p>
          <a:p>
            <a:r>
              <a:t>.وحدها البيانات قاعدة من ُيعرض والحديث القرآن نص</a:t>
            </a:r>
          </a:p>
          <a:p>
            <a:r>
              <a:t>الحالة</a:t>
            </a:r>
          </a:p>
          <a:p>
            <a:r>
              <a:t>رفيق سلوك</a:t>
            </a:r>
          </a:p>
          <a:p>
            <a:r>
              <a:t>مصدر يوجد ال</a:t>
            </a:r>
          </a:p>
          <a:p>
            <a:r>
              <a:t>مرشد مع التواصل ويقرتح بوضوح يعتذر</a:t>
            </a:r>
          </a:p>
          <a:p>
            <a:r>
              <a:t>شخيص سؤال</a:t>
            </a:r>
          </a:p>
          <a:p>
            <a:r>
              <a:t>العلم أهل أو مرشد إىل ويحيله المصادر يف ما يذكر</a:t>
            </a:r>
          </a:p>
          <a:p>
            <a:r>
              <a:t>خالفية مسألة</a:t>
            </a:r>
          </a:p>
          <a:p>
            <a:r>
              <a:t>ترجيح دون لأقوا اً فيها أن ييب نّ</a:t>
            </a:r>
          </a:p>
          <a:p>
            <a:r>
              <a:t>السائل على خطر</a:t>
            </a:r>
          </a:p>
          <a:p>
            <a:r>
              <a:t>نموذج دون ،إنسان إىل فورية إحالة</a:t>
            </a:r>
          </a:p>
          <a:p>
            <a:r>
              <a:t>الخدمة تعطل</a:t>
            </a:r>
          </a:p>
          <a:p>
            <a:r>
              <a:t>المصدر غياب ي ّدعي ال المحاولة؛ وإعادة صادقة رسالة</a:t>
            </a:r>
          </a:p>
          <a:p>
            <a:r>
              <a:t>.2026 أكتوبر 6 يف )لغات 3 × أسئلة 3( جاهزة إجابات 9 اعتمد .يعيدها أو الجاهزة واإلجابات والبطاقات الدروس فيها يعتمد مراجعة منصة :الرشعي المراجع</a:t>
            </a:r>
          </a:p>
          <a:p>
            <a:r>
              <a:t>08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النتائج</a:t>
            </a:r>
          </a:p>
          <a:p>
            <a:r>
              <a:t>بعد نقسه لم وما ، لفع اً قسناه ما</a:t>
            </a:r>
          </a:p>
          <a:p>
            <a:r>
              <a:t>.2026 أكتوبر 6و 5 يف ،اآللية الختبارات ومن )األسئلة نص دون( اإلنتاج سجالت من أرقام</a:t>
            </a:r>
          </a:p>
          <a:p>
            <a:r>
              <a:t>14/14</a:t>
            </a:r>
          </a:p>
          <a:p>
            <a:r>
              <a:t>يف التت ّبع بعد ُأجيب عرب ًيا لسؤا اً</a:t>
            </a:r>
          </a:p>
          <a:p>
            <a:r>
              <a:t>)أكتوبر 6( اإلنتاج</a:t>
            </a:r>
          </a:p>
          <a:p>
            <a:r>
              <a:t>0</a:t>
            </a:r>
          </a:p>
          <a:p>
            <a:r>
              <a:t>بالمصادر الدعم فحص رفضها إجابة</a:t>
            </a:r>
          </a:p>
          <a:p>
            <a:r>
              <a:t>من كان الرفض كل الفرتة؛ تلك يف</a:t>
            </a:r>
          </a:p>
          <a:p>
            <a:r>
              <a:t>اآللية الفحوص</a:t>
            </a:r>
          </a:p>
          <a:p>
            <a:r>
              <a:t>9/9</a:t>
            </a:r>
          </a:p>
          <a:p>
            <a:r>
              <a:t>مقارنة يف للمو ّجه صحيح تصنيف</a:t>
            </a:r>
          </a:p>
          <a:p>
            <a:r>
              <a:t>بعد للمؤلف 9 من 7و ،النماذج</a:t>
            </a:r>
          </a:p>
          <a:p>
            <a:r>
              <a:t>التعليمات ضبط</a:t>
            </a:r>
          </a:p>
          <a:p>
            <a:r>
              <a:t>$0.0015</a:t>
            </a:r>
          </a:p>
          <a:p>
            <a:r>
              <a:t>إىل 9 يف ،تقري ًبا الواحدة اإلجابة تكلفة</a:t>
            </a:r>
          </a:p>
          <a:p>
            <a:r>
              <a:t>ثانية 15</a:t>
            </a:r>
          </a:p>
          <a:p>
            <a:r>
              <a:t>و ُأصلح قيس</a:t>
            </a:r>
          </a:p>
          <a:p>
            <a:r>
              <a:t>ُع ّدت ﷺ النيب على الصالة صيغ( السبب وجدنا . لأو اً أجيبت 8 من 4 :اإلنجلزيية</a:t>
            </a:r>
          </a:p>
          <a:p>
            <a:r>
              <a:t>المحاولة من إنجلزيية إجابة 11 من 8 اجتازت بعده وأصلحناه؛ )الحديث لنص نس ًخا</a:t>
            </a:r>
          </a:p>
          <a:p>
            <a:r>
              <a:t>.)التطوير بيئة( واحد إصالح بعد الباقية والثالث ،األوىل</a:t>
            </a:r>
          </a:p>
          <a:p>
            <a:r>
              <a:t>نعلنها حدود</a:t>
            </a:r>
          </a:p>
          <a:p>
            <a:r>
              <a:t>،%95 ≥ األوىل المحاولة نسبة( الكامل الحي القياس بعد ُِنج لم .صغرية العينات</a:t>
            </a:r>
          </a:p>
          <a:p>
            <a:r>
              <a:t>يف 335 :اآللية الختبارات .جدد مسلمني مع الختبار وال ،)سؤال لكل مرة 20 تكرار</a:t>
            </a:r>
          </a:p>
          <a:p>
            <a:r>
              <a:t>.ناجحة كلها ،الواجهة يف 131و الخادم</a:t>
            </a:r>
          </a:p>
          <a:p>
            <a:r>
              <a:t>docs/engineering/implementation/KNW-01-chatbot-reliability-report.md (§12)، docs/engineering/ai-agents.md (§3.2)، docs/engineering/STATUS.md :المصادر</a:t>
            </a:r>
          </a:p>
          <a:p>
            <a:r>
              <a:t>09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1( المرشوع من صور</a:t>
            </a:r>
          </a:p>
          <a:p>
            <a:r>
              <a:t>الحي الموقع من</a:t>
            </a:r>
          </a:p>
          <a:p>
            <a:r>
              <a:t>وحدها اللغة اختيار :البدايةلأو اً التالية الخطوة :الرئيسية</a:t>
            </a:r>
          </a:p>
          <a:p>
            <a:r>
              <a:t>مع البيانات قاعدة من آية :درس</a:t>
            </a:r>
          </a:p>
          <a:p>
            <a:r>
              <a:t>تالوتها</a:t>
            </a:r>
          </a:p>
          <a:p>
            <a:r>
              <a:t>البطاقات بعد تمرين</a:t>
            </a:r>
          </a:p>
          <a:p>
            <a:r>
              <a:t>معها إجابة كل :التعريف صفحة</a:t>
            </a:r>
          </a:p>
          <a:p>
            <a:r>
              <a:t>مصدرها</a:t>
            </a:r>
          </a:p>
          <a:p>
            <a:r>
              <a:t>10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2( المرشوع من صور</a:t>
            </a:r>
          </a:p>
          <a:p>
            <a:r>
              <a:t>الحي الموقع من</a:t>
            </a:r>
          </a:p>
          <a:p>
            <a:r>
              <a:t>الجهاز على محسوبة الصالة مواقيت</a:t>
            </a:r>
          </a:p>
          <a:p>
            <a:r>
              <a:t>اليومية األذكار</a:t>
            </a:r>
          </a:p>
          <a:p>
            <a:r>
              <a:t>المصادر يف والبحث المكتبة</a:t>
            </a:r>
          </a:p>
          <a:p>
            <a:r>
              <a:t>واللغة ،حساب بال زائر :حسايب</a:t>
            </a:r>
          </a:p>
          <a:p>
            <a:r>
              <a:t>والتزنيالت</a:t>
            </a:r>
          </a:p>
          <a:p>
            <a:r>
              <a:t>والخصوصية المحايدة اإلشعارات</a:t>
            </a:r>
          </a:p>
          <a:p>
            <a:r>
              <a:t>11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والخصوصية واإلتاحة المستفيد تجربة</a:t>
            </a:r>
          </a:p>
          <a:p>
            <a:r>
              <a:t>وليلى ودانيال لجوزيف مص ّمم</a:t>
            </a:r>
          </a:p>
          <a:p>
            <a:r>
              <a:t>.ُيكشف أن من خوف أو ،ضعيف اتصال أو ،لغة :حقيقي مستفيد وضع من جاء الواجهة يف قرار كل</a:t>
            </a:r>
          </a:p>
          <a:p>
            <a:r>
              <a:t>واتجاهان لغات ثالث</a:t>
            </a:r>
          </a:p>
          <a:p>
            <a:r>
              <a:t>من ،شاشة كل يف والتاغالوغية واإلنجلزيية العربية</a:t>
            </a:r>
          </a:p>
          <a:p>
            <a:r>
              <a:t>مع يبقى العريب الرشعي والنص ،اليسار ومن اليمني</a:t>
            </a:r>
          </a:p>
          <a:p>
            <a:r>
              <a:t>.معناه</a:t>
            </a:r>
          </a:p>
          <a:p>
            <a:r>
              <a:t>اتصال دون يعمل</a:t>
            </a:r>
          </a:p>
          <a:p>
            <a:r>
              <a:t>والمواقيت ،المسار من فتحه ما :زيارة أول بعد</a:t>
            </a:r>
          </a:p>
          <a:p>
            <a:r>
              <a:t>معه يبقى ما فيه يختار تزنيالت ومركز .واألذكار والقبلة</a:t>
            </a:r>
          </a:p>
          <a:p>
            <a:r>
              <a:t>.بحجمه</a:t>
            </a:r>
          </a:p>
          <a:p>
            <a:r>
              <a:t>الباقة على خفيف</a:t>
            </a:r>
          </a:p>
          <a:p>
            <a:r>
              <a:t>1 قرابة( فتح أول يف وحدها المتع ّلم واجهة</a:t>
            </a:r>
          </a:p>
          <a:p>
            <a:r>
              <a:t>عند والفيديو والصوت ،)مضغوطة ميجابايت</a:t>
            </a:r>
          </a:p>
          <a:p>
            <a:r>
              <a:t>.فقط التشغيل</a:t>
            </a:r>
          </a:p>
          <a:p>
            <a:r>
              <a:t>الرسيع والخروج الخفي الوضع</a:t>
            </a:r>
          </a:p>
          <a:p>
            <a:r>
              <a:t>اسم بال واإلشعارات »Notes« يصبح الصفحة عنوان</a:t>
            </a:r>
          </a:p>
          <a:p>
            <a:r>
              <a:t>بيانات ومسح ،رسيع خروج وزر ،دينية كلمة وال رفيق</a:t>
            </a:r>
          </a:p>
          <a:p>
            <a:r>
              <a:t>.الجهاز</a:t>
            </a:r>
          </a:p>
          <a:p>
            <a:r>
              <a:t>البيانات من قدر أقل</a:t>
            </a:r>
          </a:p>
          <a:p>
            <a:r>
              <a:t>مستعار اسم الحساب .للتع ّلم مطلوب حساب ال</a:t>
            </a:r>
          </a:p>
          <a:p>
            <a:r>
              <a:t>.اختياري والربيد ،مرور وكلمة</a:t>
            </a:r>
          </a:p>
          <a:p>
            <a:r>
              <a:t>الجهاز يغادر ال الموقع</a:t>
            </a:r>
          </a:p>
          <a:p>
            <a:r>
              <a:t>،مدن قائمة من الجهاز على ُتحسب المواقيت</a:t>
            </a:r>
          </a:p>
          <a:p>
            <a:r>
              <a:t>شاشة على ومحايدة ،يف ّعلها حىت مغلقة واإلشعارات</a:t>
            </a:r>
          </a:p>
          <a:p>
            <a:r>
              <a:t>.القفل</a:t>
            </a:r>
          </a:p>
          <a:p>
            <a:r>
              <a:t>12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والبنية التقنيات</a:t>
            </a:r>
          </a:p>
          <a:p>
            <a:r>
              <a:t>وصيانتها تشغيلها يمكن بسيطة بنية</a:t>
            </a:r>
          </a:p>
          <a:p>
            <a:r>
              <a:t>.آيل وتراجع صحة فحص مع ،ُينرش ثم ب الختبارات يمر الرئ يس الفرع إىل دفع كل</a:t>
            </a:r>
          </a:p>
          <a:p>
            <a:r>
              <a:t>الجوال</a:t>
            </a:r>
          </a:p>
          <a:p>
            <a:r>
              <a:t>قابل ويب تطبيق</a:t>
            </a:r>
          </a:p>
          <a:p>
            <a:r>
              <a:t>للتثبيت</a:t>
            </a:r>
          </a:p>
          <a:p>
            <a:r>
              <a:t>و Vite و React</a:t>
            </a:r>
          </a:p>
          <a:p>
            <a:r>
              <a:t>خدمة وعامل ،TypeScript</a:t>
            </a:r>
          </a:p>
          <a:p>
            <a:r>
              <a:t>ونظام ،اتصال دون للعمل</a:t>
            </a:r>
          </a:p>
          <a:p>
            <a:r>
              <a:t>إشعارات .مو ّحد تصميم</a:t>
            </a:r>
          </a:p>
          <a:p>
            <a:r>
              <a:t>.Web Push</a:t>
            </a:r>
          </a:p>
          <a:p>
            <a:r>
              <a:t>⇄</a:t>
            </a:r>
          </a:p>
          <a:p>
            <a:r>
              <a:t>الخادم</a:t>
            </a:r>
          </a:p>
          <a:p>
            <a:r>
              <a:t>FastAPI (Python)</a:t>
            </a:r>
          </a:p>
          <a:p>
            <a:r>
              <a:t>،والتحقق السؤال مسار</a:t>
            </a:r>
          </a:p>
          <a:p>
            <a:r>
              <a:t>،والمراجعة والمسار</a:t>
            </a:r>
          </a:p>
          <a:p>
            <a:r>
              <a:t>النصوص وواجهة ،والمرافقة</a:t>
            </a:r>
          </a:p>
          <a:p>
            <a:r>
              <a:t>مجدولة مهام .الرشعية</a:t>
            </a:r>
          </a:p>
          <a:p>
            <a:r>
              <a:t>.للفهرسة</a:t>
            </a:r>
          </a:p>
          <a:p>
            <a:r>
              <a:t>⇄</a:t>
            </a:r>
          </a:p>
          <a:p>
            <a:r>
              <a:t>البيانات</a:t>
            </a:r>
          </a:p>
          <a:p>
            <a:r>
              <a:t>PostgreSQL +</a:t>
            </a:r>
          </a:p>
          <a:p>
            <a:r>
              <a:t>pgvector</a:t>
            </a:r>
          </a:p>
          <a:p>
            <a:r>
              <a:t>ومتجهاتها المعتمدة المقاطع</a:t>
            </a:r>
          </a:p>
          <a:p>
            <a:r>
              <a:t>،نيص وفهرس )ُبع ًدا 1024(</a:t>
            </a:r>
          </a:p>
          <a:p>
            <a:r>
              <a:t>.نص دون التكلفة وسجل</a:t>
            </a:r>
          </a:p>
          <a:p>
            <a:r>
              <a:t>⇄</a:t>
            </a:r>
          </a:p>
          <a:p>
            <a:r>
              <a:t>النماذج</a:t>
            </a:r>
          </a:p>
          <a:p>
            <a:r>
              <a:t>OpenRouter</a:t>
            </a:r>
          </a:p>
          <a:p>
            <a:r>
              <a:t>للتأليف Gemma 4</a:t>
            </a:r>
          </a:p>
          <a:p>
            <a:r>
              <a:t>و ،والفحص والتصنيف</a:t>
            </a:r>
          </a:p>
          <a:p>
            <a:r>
              <a:t>و ،احتياط ًيا DeepSeek</a:t>
            </a:r>
          </a:p>
          <a:p>
            <a:r>
              <a:t>.للمتجهات bge-m3</a:t>
            </a:r>
          </a:p>
          <a:p>
            <a:r>
              <a:t>github.com/rafeeq-muslim/rafeeq :الكود .GitHub Actions من آيل ونرش ،واحد خادم على nginx خلف Docker حاويات :الستضافة</a:t>
            </a:r>
          </a:p>
          <a:p>
            <a:r>
              <a:t>13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المضافة القيمة</a:t>
            </a:r>
          </a:p>
          <a:p>
            <a:r>
              <a:t>البدائل؟ تق ّدمه وال رفيق يق ّدمه الذي ما</a:t>
            </a:r>
          </a:p>
          <a:p>
            <a:r>
              <a:t>.لغات وعدة البرشي والمرشد المو ّثق والمساعد التع ّلمي المسار يجمع منت ًجا نجد لم ،تطبيقات 9و برنام ًجا 14 شمل مسح يف</a:t>
            </a:r>
          </a:p>
          <a:p>
            <a:r>
              <a:t>عامة اصطناعي ذكاء محادثة</a:t>
            </a:r>
          </a:p>
          <a:p>
            <a:r>
              <a:t>ثابتة ومواقع PDF كتيبات</a:t>
            </a:r>
          </a:p>
          <a:p>
            <a:r>
              <a:t>التواصل وسائل</a:t>
            </a:r>
          </a:p>
          <a:p>
            <a:r>
              <a:t>رفيق</a:t>
            </a:r>
          </a:p>
          <a:p>
            <a:r>
              <a:t>المصدر</a:t>
            </a:r>
          </a:p>
          <a:p>
            <a:r>
              <a:t>ن ًص ا يخرتع وقد ،معروف غري</a:t>
            </a:r>
          </a:p>
          <a:p>
            <a:r>
              <a:t>موثوق</a:t>
            </a:r>
          </a:p>
          <a:p>
            <a:r>
              <a:t>متضارب</a:t>
            </a:r>
          </a:p>
          <a:p>
            <a:r>
              <a:t>البيانات قاعدة من والنص ،معتمدة مصادر</a:t>
            </a:r>
          </a:p>
          <a:p>
            <a:r>
              <a:t>التد ّرج</a:t>
            </a:r>
          </a:p>
          <a:p>
            <a:r>
              <a:t>يوجد ال</a:t>
            </a:r>
          </a:p>
          <a:p>
            <a:r>
              <a:t>للجميع واحد كتاب</a:t>
            </a:r>
          </a:p>
          <a:p>
            <a:r>
              <a:t>يوجد ال</a:t>
            </a:r>
          </a:p>
          <a:p>
            <a:r>
              <a:t>اإلتقان بحسب ومراجعة مسار</a:t>
            </a:r>
          </a:p>
          <a:p>
            <a:r>
              <a:t>لغته</a:t>
            </a:r>
          </a:p>
          <a:p>
            <a:r>
              <a:t>ضمان دون ،نعم</a:t>
            </a:r>
          </a:p>
          <a:p>
            <a:r>
              <a:t>بالتاغالوغية وقليل ،محدود</a:t>
            </a:r>
          </a:p>
          <a:p>
            <a:r>
              <a:t>متفاوت</a:t>
            </a:r>
          </a:p>
          <a:p>
            <a:r>
              <a:t>معتمدة بمصطلحات لغات ثالث</a:t>
            </a:r>
          </a:p>
          <a:p>
            <a:r>
              <a:t>اإلنسان</a:t>
            </a:r>
          </a:p>
          <a:p>
            <a:r>
              <a:t>ال</a:t>
            </a:r>
          </a:p>
          <a:p>
            <a:r>
              <a:t>ال</a:t>
            </a:r>
          </a:p>
          <a:p>
            <a:r>
              <a:t>غرباء</a:t>
            </a:r>
          </a:p>
          <a:p>
            <a:r>
              <a:t>الخطر يف وإحالة ،وبلغته جنسه من مرشد</a:t>
            </a:r>
          </a:p>
          <a:p>
            <a:r>
              <a:t>الخصوصية</a:t>
            </a:r>
          </a:p>
          <a:p>
            <a:r>
              <a:t>ُتحفظ المحادثة</a:t>
            </a:r>
          </a:p>
          <a:p>
            <a:r>
              <a:t>جيدة</a:t>
            </a:r>
          </a:p>
          <a:p>
            <a:r>
              <a:t>مكشوفة</a:t>
            </a:r>
          </a:p>
          <a:p>
            <a:r>
              <a:t>النموذج طلبات يف هوية وال ،خفي وضع</a:t>
            </a:r>
          </a:p>
          <a:p>
            <a:r>
              <a:t>.)مكتيب بحث ،2026 أكتوبر ،السوق قسم( docs/agents/evidence.md :المسح</a:t>
            </a:r>
          </a:p>
          <a:p>
            <a:r>
              <a:t>14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الستمرار وخطة التشغيل واقعية</a:t>
            </a:r>
          </a:p>
          <a:p>
            <a:r>
              <a:t>الح ًقا يأيت وما ،ُأنجز ما</a:t>
            </a:r>
          </a:p>
          <a:p>
            <a:r>
              <a:t>اآلن ويعمل ُأنجز</a:t>
            </a:r>
          </a:p>
          <a:p>
            <a:r>
              <a:t>لغات بثالث الحي الموقع</a:t>
            </a:r>
          </a:p>
          <a:p>
            <a:r>
              <a:t>تك ّيفية ومراجعة در ًس ا 25و وحدات 6</a:t>
            </a:r>
          </a:p>
          <a:p>
            <a:r>
              <a:t>واإلحالة بالتحقق »رفيق اسأل«</a:t>
            </a:r>
          </a:p>
          <a:p>
            <a:r>
              <a:t>والمكتبة والقرآن واألذكار المواقيت</a:t>
            </a:r>
          </a:p>
          <a:p>
            <a:r>
              <a:t>المراجعة ومنصة والمجموعات المرشد</a:t>
            </a:r>
          </a:p>
          <a:p>
            <a:r>
              <a:t>الخفي والوضع اتصال دون العمل</a:t>
            </a:r>
          </a:p>
          <a:p>
            <a:r>
              <a:t>أشخا ًص ا ينتظر</a:t>
            </a:r>
          </a:p>
          <a:p>
            <a:r>
              <a:t>لغة بكل درس لكل الرشعي المراجع اعتماد</a:t>
            </a:r>
          </a:p>
          <a:p>
            <a:r>
              <a:t>أصلي متحدث من التاغالوغية مراجعة</a:t>
            </a:r>
          </a:p>
          <a:p>
            <a:r>
              <a:t>المصادر إذن ورسائل islamqa.info إذن</a:t>
            </a:r>
          </a:p>
          <a:p>
            <a:r>
              <a:t>للطوارئ دعم وأرقام متطوعون مرشدون</a:t>
            </a:r>
          </a:p>
          <a:p>
            <a:r>
              <a:t>التالية الخطوات</a:t>
            </a:r>
          </a:p>
          <a:p>
            <a:r>
              <a:t>جدد ومسلمني دعوي مكتب مع ميدانية تجربة</a:t>
            </a:r>
          </a:p>
          <a:p>
            <a:r>
              <a:t>اإلجابات لموثوقية الكامل الحي القياس</a:t>
            </a:r>
          </a:p>
          <a:p>
            <a:r>
              <a:t>رابط أو برمز الحوار منصات من مبارشة إحالة</a:t>
            </a:r>
          </a:p>
          <a:p>
            <a:r>
              <a:t>المعتمدة بالرتجمات أخرى لغات</a:t>
            </a:r>
          </a:p>
          <a:p>
            <a:r>
              <a:t>.)حال ًيا 10$( كلي وسقف )للفهرسة 1$و لإلجابات 0.75$( يومي إنفاق سقف مع ،للمصادر األوىل والفهرسة )للسؤال 0.0015$ قرابة( المجابة األسئلة عدد هو يحددها ما :التكلفة</a:t>
            </a:r>
          </a:p>
          <a:p>
            <a:r>
              <a:t>.حقيقي استخدام حجم عند شهرية تكلفة بعد نحسب ولم ،واحد الخادم</a:t>
            </a:r>
          </a:p>
          <a:p>
            <a:r>
              <a:t>15 /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الفريق</a:t>
            </a:r>
          </a:p>
          <a:p>
            <a:r>
              <a:t>العويمر عبدالعزيز بن نارص</a:t>
            </a:r>
          </a:p>
          <a:p>
            <a:r>
              <a:t>المنصة</a:t>
            </a:r>
          </a:p>
          <a:p>
            <a:r>
              <a:t>العويمر خالد بن نارص</a:t>
            </a:r>
          </a:p>
          <a:p>
            <a:r>
              <a:t>اليومية والممارسة التصميم نظام</a:t>
            </a:r>
          </a:p>
          <a:p>
            <a:r>
              <a:t>الفوزان صالح بن مهند</a:t>
            </a:r>
          </a:p>
          <a:p>
            <a:r>
              <a:t>والتحفزي التع ّلم</a:t>
            </a:r>
          </a:p>
          <a:p>
            <a:r>
              <a:t>العمري عبدالعزيز بن مس ّلم</a:t>
            </a:r>
          </a:p>
          <a:p>
            <a:r>
              <a:t>واألسئلة المعرفة</a:t>
            </a:r>
          </a:p>
          <a:p>
            <a:r>
              <a:t>بنفسك ج ّربه</a:t>
            </a:r>
          </a:p>
          <a:p>
            <a:r>
              <a:t>الموقع</a:t>
            </a:r>
          </a:p>
          <a:p>
            <a:r>
              <a:t>rafeeq.nan.sa</a:t>
            </a:r>
          </a:p>
          <a:p>
            <a:r>
              <a:t>التطبيق</a:t>
            </a:r>
          </a:p>
          <a:p>
            <a:r>
              <a:t>rafeeq.nan.sa/app</a:t>
            </a:r>
          </a:p>
          <a:p>
            <a:r>
              <a:t>الكود</a:t>
            </a:r>
          </a:p>
          <a:p>
            <a:r>
              <a:t>github.com/rafeeq-muslim/rafeeq</a:t>
            </a:r>
          </a:p>
          <a:p>
            <a:r>
              <a:t>.يحتاج حني بإنسان ويصله ،موثوقة مصادر من ويجيبه ،بلغته األوىل سنته يف الجديد المسلم يرافق · رفيق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رفيق: العرض الختامي</dc:title>
  <dc:subject/>
  <dc:creator>فريق رفيق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