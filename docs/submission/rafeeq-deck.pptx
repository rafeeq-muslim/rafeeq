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وتع ّلمه باإلسالم للتعريف المعرفية والرحلة التفاعلية التجارب · الثالث المسار</a:t>
            </a:r>
          </a:p>
          <a:p>
            <a:r>
              <a:t>رفيق</a:t>
            </a:r>
          </a:p>
          <a:p>
            <a:r>
              <a:t>األوىل سنتك يف وحدك لست</a:t>
            </a:r>
          </a:p>
          <a:p>
            <a:r>
              <a:t>مصادر من ويجيبه ،خطوة خطوة بلغته دينه يع ّلمه :الجديد المسلم رفيق</a:t>
            </a:r>
          </a:p>
          <a:p>
            <a:r>
              <a:t>.احتاج مىت بإنسان ويصله ،معتمدة</a:t>
            </a:r>
          </a:p>
          <a:p>
            <a:r>
              <a:t>rafeeq.nan.sa/app</a:t>
            </a:r>
          </a:p>
          <a:p>
            <a:r>
              <a:t>English · Tagalog · العربية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المشكلة</a:t>
            </a:r>
          </a:p>
          <a:p>
            <a:r>
              <a:t>وحدهم ُيرتكون ثم ،باآلالف اإلسالم يدخلون</a:t>
            </a:r>
          </a:p>
          <a:p>
            <a:r>
              <a:t>.ضعيفة اإلسالم يوم بعد والمتابعة ،ومتضارب متف ّرق بلغاتهم وما ،بالعربية أغلبه الموثوق المحتوى :السنوات أصعب األوىل السنة</a:t>
            </a:r>
          </a:p>
          <a:p>
            <a:r>
              <a:t>347,646</a:t>
            </a:r>
          </a:p>
          <a:p>
            <a:r>
              <a:t>347,646</a:t>
            </a:r>
          </a:p>
          <a:p>
            <a:r>
              <a:t>بني المملكة يف جدي ًدا مسل ًما</a:t>
            </a:r>
          </a:p>
          <a:p>
            <a:r>
              <a:t>163,319 منهم ،2023و 2019</a:t>
            </a:r>
          </a:p>
          <a:p>
            <a:r>
              <a:t>وحده 2023 يف</a:t>
            </a:r>
          </a:p>
          <a:p>
            <a:r>
              <a:t>43%</a:t>
            </a:r>
          </a:p>
          <a:p>
            <a:r>
              <a:t>43%</a:t>
            </a:r>
          </a:p>
          <a:p>
            <a:r>
              <a:t>أعلنوا أن بعد وحيدين أصبحوا</a:t>
            </a:r>
          </a:p>
          <a:p>
            <a:r>
              <a:t>حولهم لمن إسالمهم</a:t>
            </a:r>
          </a:p>
          <a:p>
            <a:r>
              <a:t>54%</a:t>
            </a:r>
          </a:p>
          <a:p>
            <a:r>
              <a:t>54%</a:t>
            </a:r>
          </a:p>
          <a:p>
            <a:r>
              <a:t>،أسئلتهم عن أجوبة يجدوا لم</a:t>
            </a:r>
          </a:p>
          <a:p>
            <a:r>
              <a:t>خاطئة معلومات مثلهم وتل ّقى</a:t>
            </a:r>
          </a:p>
          <a:p>
            <a:r>
              <a:t>38%</a:t>
            </a:r>
          </a:p>
          <a:p>
            <a:r>
              <a:t>38%</a:t>
            </a:r>
          </a:p>
          <a:p>
            <a:r>
              <a:t>مع ،مفي ًدا اإلنرتنت وجدوا فقط</a:t>
            </a:r>
          </a:p>
          <a:p>
            <a:r>
              <a:t>إليه يلجؤون ما أكرث ثاين أنه</a:t>
            </a:r>
          </a:p>
          <a:p>
            <a:r>
              <a:t>.)2015( جدي ًدا مسل ًما 114 على أصول مركز استبانة ؛)2024 يناير ،واس( اإلسالمية الشؤون وزارة :المصادر</a:t>
            </a:r>
          </a:p>
          <a:p>
            <a:r>
              <a:t>رفيق02 / 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رفيق ُص نع لمن</a:t>
            </a:r>
          </a:p>
          <a:p>
            <a:r>
              <a:t>قرار كل يف نراها وجوه ثالثة</a:t>
            </a:r>
          </a:p>
          <a:p>
            <a:r>
              <a:t>.ُيكشف أن من خوف أو ،ضيق وقت أو ،لغة :منهم واحد حاجة من جاءت رفيق يف شاشة كل</a:t>
            </a:r>
          </a:p>
          <a:p>
            <a:r>
              <a:t>ج</a:t>
            </a:r>
          </a:p>
          <a:p>
            <a:r>
              <a:t>جوزيف</a:t>
            </a:r>
          </a:p>
          <a:p>
            <a:r>
              <a:t>،التاغالوغية لغته .أسابيع قبل أسلم وافد عامل</a:t>
            </a:r>
          </a:p>
          <a:p>
            <a:r>
              <a:t>درو ًس ا يحتاج .محدودان جواله ورصيد ووقته</a:t>
            </a:r>
          </a:p>
          <a:p>
            <a:r>
              <a:t>.اتصال دون تعمل بلغته قصرية</a:t>
            </a:r>
          </a:p>
          <a:p>
            <a:r>
              <a:t>د</a:t>
            </a:r>
          </a:p>
          <a:p>
            <a:r>
              <a:t>دانيال</a:t>
            </a:r>
          </a:p>
          <a:p>
            <a:r>
              <a:t>.مدينته يف مسل ًما يعرف وال اإلنرتنت عرب أسلم</a:t>
            </a:r>
          </a:p>
          <a:p>
            <a:r>
              <a:t>حني يسأله وإنسا ًنا ،بمصدرها يثق إجابة يحتاج</a:t>
            </a:r>
          </a:p>
          <a:p>
            <a:r>
              <a:t>.الشاشة تكفي ال</a:t>
            </a:r>
          </a:p>
          <a:p>
            <a:r>
              <a:t>ل</a:t>
            </a:r>
          </a:p>
          <a:p>
            <a:r>
              <a:t>ليلى</a:t>
            </a:r>
          </a:p>
          <a:p>
            <a:r>
              <a:t>تحتاج .أرستها عن إسالمها وتخفي أسلمت</a:t>
            </a:r>
          </a:p>
          <a:p>
            <a:r>
              <a:t>،رسي ًعا وخرو ًجا ،خف ًيا وض ًعا :يكشفها ال تطبي ًقا</a:t>
            </a:r>
          </a:p>
          <a:p>
            <a:r>
              <a:t>.يعينها من إىل آم ًنا وطري ًقا</a:t>
            </a:r>
          </a:p>
          <a:p>
            <a:r>
              <a:t>رفيق03 / 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الحل</a:t>
            </a:r>
          </a:p>
          <a:p>
            <a:r>
              <a:t>واحد تطبيق يف وإنسان ،ومساعد ،مسار :رفيق</a:t>
            </a:r>
          </a:p>
          <a:p>
            <a:r>
              <a:t>.والتاغالوغية واإلنجلزيية بالعربية ،اتصال ودون حساب دون يعمل ،متجر دون جوال أي على ُيث َّبت ويب تطبيق</a:t>
            </a:r>
          </a:p>
          <a:p>
            <a:r>
              <a:t>١</a:t>
            </a:r>
          </a:p>
          <a:p>
            <a:r>
              <a:t>يتع ّلم</a:t>
            </a:r>
          </a:p>
          <a:p>
            <a:r>
              <a:t>قصرية دروس من متد ّرج مسار</a:t>
            </a:r>
          </a:p>
          <a:p>
            <a:r>
              <a:t>الشهادتني من يبدأ ،وتمارين</a:t>
            </a:r>
          </a:p>
          <a:p>
            <a:r>
              <a:t>.والصالة والوضوء</a:t>
            </a:r>
          </a:p>
          <a:p>
            <a:r>
              <a:t>٢</a:t>
            </a:r>
          </a:p>
          <a:p>
            <a:r>
              <a:t>يسأل</a:t>
            </a:r>
          </a:p>
          <a:p>
            <a:r>
              <a:t>المصادر من يجيب مساعد</a:t>
            </a:r>
          </a:p>
          <a:p>
            <a:r>
              <a:t>مصدر ويعرض ،وحدها المعتمدة</a:t>
            </a:r>
          </a:p>
          <a:p>
            <a:r>
              <a:t>.إجابة كل</a:t>
            </a:r>
          </a:p>
          <a:p>
            <a:r>
              <a:t>٣</a:t>
            </a:r>
          </a:p>
          <a:p>
            <a:r>
              <a:t>ُيرا َفق</a:t>
            </a:r>
          </a:p>
          <a:p>
            <a:r>
              <a:t>،شاشة كل يف »إنسا ًنا أريد« زر</a:t>
            </a:r>
          </a:p>
          <a:p>
            <a:r>
              <a:t>.وبلغته جنسه من بمرشد يصله</a:t>
            </a:r>
          </a:p>
          <a:p>
            <a:r>
              <a:t>٤</a:t>
            </a:r>
          </a:p>
          <a:p>
            <a:r>
              <a:t>يومه يعيش</a:t>
            </a:r>
          </a:p>
          <a:p>
            <a:r>
              <a:t>واألذكار والقبلة الصالة مواقيت</a:t>
            </a:r>
          </a:p>
          <a:p>
            <a:r>
              <a:t>على ومحفوظة محسوبة ،والقرآن</a:t>
            </a:r>
          </a:p>
          <a:p>
            <a:r>
              <a:t>.جهازه</a:t>
            </a:r>
          </a:p>
          <a:p>
            <a:r>
              <a:t>رفيق04 / 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العمل آلية</a:t>
            </a:r>
          </a:p>
          <a:p>
            <a:r>
              <a:t>المتابعة إىل فتح أول من واحدة رحلة</a:t>
            </a:r>
          </a:p>
          <a:p>
            <a:r>
              <a:t>.مرحلة كل يف حارض واإلنسان ،بعدها اليت إىل تقود خطوة كل</a:t>
            </a:r>
          </a:p>
          <a:p>
            <a:r>
              <a:t>1</a:t>
            </a:r>
          </a:p>
          <a:p>
            <a:r>
              <a:t>ترحيب</a:t>
            </a:r>
          </a:p>
          <a:p>
            <a:r>
              <a:t>دون ويبدأ ،لغته يختار</a:t>
            </a:r>
          </a:p>
          <a:p>
            <a:r>
              <a:t>سؤال أي ودون حساب</a:t>
            </a:r>
          </a:p>
          <a:p>
            <a:r>
              <a:t>شخيص</a:t>
            </a:r>
          </a:p>
          <a:p>
            <a:r>
              <a:t>2</a:t>
            </a:r>
          </a:p>
          <a:p>
            <a:r>
              <a:t>متد ّرج مسار</a:t>
            </a:r>
          </a:p>
          <a:p>
            <a:r>
              <a:t>،دائ ًما أمامه التالية الخطوة</a:t>
            </a:r>
          </a:p>
          <a:p>
            <a:r>
              <a:t>دقائق يف ودرس</a:t>
            </a:r>
          </a:p>
          <a:p>
            <a:r>
              <a:t>3</a:t>
            </a:r>
          </a:p>
          <a:p>
            <a:r>
              <a:t>»لماذا؟«و تمرين</a:t>
            </a:r>
          </a:p>
          <a:p>
            <a:r>
              <a:t>سببه ورشح ،آمن الخطأ</a:t>
            </a:r>
          </a:p>
          <a:p>
            <a:r>
              <a:t>المعتمد النص من بلغته</a:t>
            </a:r>
          </a:p>
          <a:p>
            <a:r>
              <a:t>4</a:t>
            </a:r>
          </a:p>
          <a:p>
            <a:r>
              <a:t>تك ّيفية مراجعة</a:t>
            </a:r>
          </a:p>
          <a:p>
            <a:r>
              <a:t>بعد ،يتقنه لم ما إليه يعود</a:t>
            </a:r>
          </a:p>
          <a:p>
            <a:r>
              <a:t>أسابيع ثم أيام</a:t>
            </a:r>
          </a:p>
          <a:p>
            <a:r>
              <a:t>5</a:t>
            </a:r>
          </a:p>
          <a:p>
            <a:r>
              <a:t>سؤال</a:t>
            </a:r>
          </a:p>
          <a:p>
            <a:r>
              <a:t>لحظة أي يف بلغته يسأل</a:t>
            </a:r>
          </a:p>
          <a:p>
            <a:r>
              <a:t>6</a:t>
            </a:r>
          </a:p>
          <a:p>
            <a:r>
              <a:t>أو مو ّثقة إجابة</a:t>
            </a:r>
          </a:p>
          <a:p>
            <a:r>
              <a:t>إنسان</a:t>
            </a:r>
          </a:p>
          <a:p>
            <a:r>
              <a:t>طريق أو ،بمصدرها إجابة</a:t>
            </a:r>
          </a:p>
          <a:p>
            <a:r>
              <a:t>مرشد إىل مبارش</a:t>
            </a:r>
          </a:p>
          <a:p>
            <a:r>
              <a:t>اتصال دون يعمل</a:t>
            </a:r>
          </a:p>
          <a:p>
            <a:r>
              <a:t>المواقيت ومعه ،معه يبقى المسار من فتحه ما</a:t>
            </a:r>
          </a:p>
          <a:p>
            <a:r>
              <a:t>.واألذكار</a:t>
            </a:r>
          </a:p>
          <a:p>
            <a:r>
              <a:t>اختياري الحساب</a:t>
            </a:r>
          </a:p>
          <a:p>
            <a:r>
              <a:t>.تق ّدمه إليه وينتقل ،درس أول بعد بهدوء ُيعرض</a:t>
            </a:r>
          </a:p>
          <a:p>
            <a:r>
              <a:t>لأو اً الخطر</a:t>
            </a:r>
          </a:p>
          <a:p>
            <a:r>
              <a:t>أي قبل ،فو ًرا إنسان إىل يصل خطر على يدل ما</a:t>
            </a:r>
          </a:p>
          <a:p>
            <a:r>
              <a:t>.نموذج</a:t>
            </a:r>
          </a:p>
          <a:p>
            <a:r>
              <a:t>رفيق05 / 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المسار · المتع ّلم</a:t>
            </a:r>
          </a:p>
          <a:p>
            <a:r>
              <a:t>التالية خطوته ما دائ ًم ا يعرف</a:t>
            </a:r>
          </a:p>
          <a:p>
            <a:r>
              <a:t>.يومه يف يحتاجه ما ثم ، لأو اً القادم الدرس تضع مر ّتبة رئيسية</a:t>
            </a:r>
          </a:p>
          <a:p>
            <a:r>
              <a:t>ودروس وحدات من مسار</a:t>
            </a:r>
          </a:p>
          <a:p>
            <a:r>
              <a:t>مستواه من يبدأ</a:t>
            </a:r>
          </a:p>
          <a:p>
            <a:r>
              <a:t>معه تتك ّيف مراجعة</a:t>
            </a:r>
          </a:p>
          <a:p>
            <a:r>
              <a:t>له ُتر َّتب رئيسية</a:t>
            </a:r>
          </a:p>
          <a:p>
            <a:r>
              <a:t>وحدها اللغة :البداية</a:t>
            </a:r>
          </a:p>
          <a:p>
            <a:r>
              <a:t>المر ّتبة الرئيسية</a:t>
            </a:r>
          </a:p>
          <a:p>
            <a:r>
              <a:t>در ًس ا وعرشون وخمسة وحدات ست</a:t>
            </a:r>
          </a:p>
          <a:p>
            <a:r>
              <a:t>والصالة الوضوء ثم بالشهادتني يبدأ</a:t>
            </a:r>
          </a:p>
          <a:p>
            <a:r>
              <a:t>دقائق يف ُينجز قصري درس</a:t>
            </a:r>
          </a:p>
          <a:p>
            <a:r>
              <a:t>اختياري مستوى تحديد اختبار</a:t>
            </a:r>
          </a:p>
          <a:p>
            <a:r>
              <a:t>المناسبة الوحدة له يفتح</a:t>
            </a:r>
          </a:p>
          <a:p>
            <a:r>
              <a:t>يعرفه ما يعيد ال</a:t>
            </a:r>
          </a:p>
          <a:p>
            <a:r>
              <a:t>أهدافه أضعف تختار</a:t>
            </a:r>
          </a:p>
          <a:p>
            <a:r>
              <a:t>يو ًم ا 30 ثم أيام 7 بعد تعود</a:t>
            </a:r>
          </a:p>
          <a:p>
            <a:r>
              <a:t>شاء مىت قصرية جلسة</a:t>
            </a:r>
          </a:p>
          <a:p>
            <a:r>
              <a:t>لأو اً التالية الخطوة</a:t>
            </a:r>
          </a:p>
          <a:p>
            <a:r>
              <a:t>والقرآن واألذكار الصالة :»يومي«</a:t>
            </a:r>
          </a:p>
          <a:p>
            <a:r>
              <a:t>رفيق واسأل اليوم بطاقة</a:t>
            </a:r>
          </a:p>
          <a:p>
            <a:r>
              <a:t>رفيق06 / 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الدرس · المتع ّلم</a:t>
            </a:r>
          </a:p>
          <a:p>
            <a:r>
              <a:t>آمن والخطأ ،بالفعل يتع ّلم</a:t>
            </a:r>
          </a:p>
          <a:p>
            <a:r>
              <a:t>.ومصدره ومعناه بلفظه رشعي نص وكل ،تمارين ثم قصرية بطاقات</a:t>
            </a:r>
          </a:p>
          <a:p>
            <a:r>
              <a:t>اآليات بطاقات</a:t>
            </a:r>
          </a:p>
          <a:p>
            <a:r>
              <a:t>التمارين من أنواع ثالثة</a:t>
            </a:r>
          </a:p>
          <a:p>
            <a:r>
              <a:t>»لماذا؟«التعليمي المو ّجه</a:t>
            </a:r>
          </a:p>
          <a:p>
            <a:r>
              <a:t>وتالوتها بمعناها آية</a:t>
            </a:r>
          </a:p>
          <a:p>
            <a:r>
              <a:t>البطاقات بعد تمرين</a:t>
            </a:r>
          </a:p>
          <a:p>
            <a:r>
              <a:t>المصحف بخط اآلية</a:t>
            </a:r>
          </a:p>
          <a:p>
            <a:r>
              <a:t>معتمدة ترجمة من بلغته معناها</a:t>
            </a:r>
          </a:p>
          <a:p>
            <a:r>
              <a:t>بضغطة تالوتها</a:t>
            </a:r>
          </a:p>
          <a:p>
            <a:r>
              <a:t>بطاقات مجموعة كل بعد</a:t>
            </a:r>
          </a:p>
          <a:p>
            <a:r>
              <a:t>وسببه الصواب يرى</a:t>
            </a:r>
          </a:p>
          <a:p>
            <a:r>
              <a:t>الح ًقا يعود الخاطئ السؤال</a:t>
            </a:r>
          </a:p>
          <a:p>
            <a:r>
              <a:t>خطئه لسبب بلغته رشح</a:t>
            </a:r>
          </a:p>
          <a:p>
            <a:r>
              <a:t>وحده المعتمدة البطاقة نص من</a:t>
            </a:r>
          </a:p>
          <a:p>
            <a:r>
              <a:t>ُيعرض أن قبل ُيفحص</a:t>
            </a:r>
          </a:p>
          <a:p>
            <a:r>
              <a:t>درس كل بعد قصرية رسالة</a:t>
            </a:r>
          </a:p>
          <a:p>
            <a:r>
              <a:t>يراجعه وما أتقنه ما</a:t>
            </a:r>
          </a:p>
          <a:p>
            <a:r>
              <a:t>التالية وخطوته</a:t>
            </a:r>
          </a:p>
          <a:p>
            <a:r>
              <a:t>رفيق07 / 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رفيق اسأل</a:t>
            </a:r>
          </a:p>
          <a:p>
            <a:r>
              <a:t>إىل طريق أو ،مصدرها معها إجابة</a:t>
            </a:r>
          </a:p>
          <a:p>
            <a:r>
              <a:t>إنسان</a:t>
            </a:r>
          </a:p>
          <a:p>
            <a:r>
              <a:t>.جملة كل جاءت أين من ويريه ،المعتمدة المصادر يف مما المساعد فيجيبه ،بلغته يسأل</a:t>
            </a:r>
          </a:p>
          <a:p>
            <a:r>
              <a:t>وحدها المصادر من</a:t>
            </a:r>
          </a:p>
          <a:p>
            <a:r>
              <a:t>حي بحث</a:t>
            </a:r>
          </a:p>
          <a:p>
            <a:r>
              <a:t>معتمدة إجابات</a:t>
            </a:r>
          </a:p>
          <a:p>
            <a:r>
              <a:t>ح ّده يعرف</a:t>
            </a:r>
          </a:p>
          <a:p>
            <a:r>
              <a:t>مصدرها معها إجابة كل</a:t>
            </a:r>
          </a:p>
          <a:p>
            <a:r>
              <a:t>المصادر يف والبحث المكتبة</a:t>
            </a:r>
          </a:p>
          <a:p>
            <a:r>
              <a:t>إجابة كل مع مصدر بطاقة</a:t>
            </a:r>
          </a:p>
          <a:p>
            <a:r>
              <a:t>قاعدة من والحديث اآلية نص</a:t>
            </a:r>
          </a:p>
          <a:p>
            <a:r>
              <a:t>البيانات</a:t>
            </a:r>
          </a:p>
          <a:p>
            <a:r>
              <a:t>رشع ًّيا ن ًّص ا النموذج يكتب ال</a:t>
            </a:r>
          </a:p>
          <a:p>
            <a:r>
              <a:t>المعتمدة الفتوى مواقع يف</a:t>
            </a:r>
          </a:p>
          <a:p>
            <a:r>
              <a:t>المفهرس من أكرث السؤال يحتاج حني</a:t>
            </a:r>
          </a:p>
          <a:p>
            <a:r>
              <a:t>بحث أين ويذكر</a:t>
            </a:r>
          </a:p>
          <a:p>
            <a:r>
              <a:t>الشائعة لألسئلة</a:t>
            </a:r>
          </a:p>
          <a:p>
            <a:r>
              <a:t>الرشعي المراجع راجعها</a:t>
            </a:r>
          </a:p>
          <a:p>
            <a:r>
              <a:t>لغات بثالث فو ًرا تظهر</a:t>
            </a:r>
          </a:p>
          <a:p>
            <a:r>
              <a:t>أهل إىل ُتحال الشخصية المسألة</a:t>
            </a:r>
          </a:p>
          <a:p>
            <a:r>
              <a:t>العلم</a:t>
            </a:r>
          </a:p>
          <a:p>
            <a:r>
              <a:t>ترجيح دون أقوالها ُتعرض الخالفية</a:t>
            </a:r>
          </a:p>
          <a:p>
            <a:r>
              <a:t>فو ًرا إنسان إىل يصل الخطر</a:t>
            </a:r>
          </a:p>
          <a:p>
            <a:r>
              <a:t>رفيق08 / 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يجيب كيف · الصطناعي الذكاء</a:t>
            </a:r>
          </a:p>
          <a:p>
            <a:r>
              <a:t>اإلجابة توقف أن تستطيع مرحلة وكل ،مراحل ست</a:t>
            </a:r>
          </a:p>
          <a:p>
            <a:r>
              <a:t>.ُيعرض ال يجتاز ال وما ،ُيد َّقق ثم يصوغ ثم يسرتجع :بالمصادر مق َّيد رفيق يف الصطناعي الذكاء</a:t>
            </a:r>
          </a:p>
          <a:p>
            <a:r>
              <a:t>1</a:t>
            </a:r>
          </a:p>
          <a:p>
            <a:r>
              <a:t>الخطر فحص</a:t>
            </a:r>
          </a:p>
          <a:p>
            <a:r>
              <a:t>بثالث معتمدة عبارات</a:t>
            </a:r>
          </a:p>
          <a:p>
            <a:r>
              <a:t>نموذج أي قبل ،لغات</a:t>
            </a:r>
          </a:p>
          <a:p>
            <a:r>
              <a:t>2</a:t>
            </a:r>
          </a:p>
          <a:p>
            <a:r>
              <a:t>المو ّجه</a:t>
            </a:r>
          </a:p>
          <a:p>
            <a:r>
              <a:t>،عام :السؤال يص ّنف</a:t>
            </a:r>
          </a:p>
          <a:p>
            <a:r>
              <a:t>خارج ،خاليف ،شخيص</a:t>
            </a:r>
          </a:p>
          <a:p>
            <a:r>
              <a:t>النطاق</a:t>
            </a:r>
          </a:p>
          <a:p>
            <a:r>
              <a:t>3</a:t>
            </a:r>
          </a:p>
          <a:p>
            <a:r>
              <a:t>السرتجاع</a:t>
            </a:r>
          </a:p>
          <a:p>
            <a:r>
              <a:t>يف ونيص داليل بحث</a:t>
            </a:r>
          </a:p>
          <a:p>
            <a:r>
              <a:t>بلغة المعتمدة المصادر</a:t>
            </a:r>
          </a:p>
          <a:p>
            <a:r>
              <a:t>السائل</a:t>
            </a:r>
          </a:p>
          <a:p>
            <a:r>
              <a:t>4</a:t>
            </a:r>
          </a:p>
          <a:p>
            <a:r>
              <a:t>المؤلف</a:t>
            </a:r>
          </a:p>
          <a:p>
            <a:r>
              <a:t>المقاطع من اإلجابة يصوغ</a:t>
            </a:r>
          </a:p>
          <a:p>
            <a:r>
              <a:t>اآلية مكان ويرتك ،وحدها</a:t>
            </a:r>
          </a:p>
          <a:p>
            <a:r>
              <a:t>والحديث</a:t>
            </a:r>
          </a:p>
          <a:p>
            <a:r>
              <a:t>5</a:t>
            </a:r>
          </a:p>
          <a:p>
            <a:r>
              <a:t>المدقق</a:t>
            </a:r>
          </a:p>
          <a:p>
            <a:r>
              <a:t>ثم ،آلية فحوص سبعة</a:t>
            </a:r>
          </a:p>
          <a:p>
            <a:r>
              <a:t>جملة كل مطابقة</a:t>
            </a:r>
          </a:p>
          <a:p>
            <a:r>
              <a:t>بمصدرها</a:t>
            </a:r>
          </a:p>
          <a:p>
            <a:r>
              <a:t>6</a:t>
            </a:r>
          </a:p>
          <a:p>
            <a:r>
              <a:t>العرض</a:t>
            </a:r>
          </a:p>
          <a:p>
            <a:r>
              <a:t>قاعدة من الرشعي النص</a:t>
            </a:r>
          </a:p>
          <a:p>
            <a:r>
              <a:t>المصدر بطاقة مع ،البيانات</a:t>
            </a:r>
          </a:p>
          <a:p>
            <a:r>
              <a:t>G</a:t>
            </a:r>
          </a:p>
          <a:p>
            <a:r>
              <a:t>Gemma</a:t>
            </a:r>
          </a:p>
          <a:p>
            <a:r>
              <a:t>:OpenRouter عرب ،المفتوحة Google نماذج</a:t>
            </a:r>
          </a:p>
          <a:p>
            <a:r>
              <a:t>.وتدقيقها اإلجابة وصياغة للتصنيف</a:t>
            </a:r>
          </a:p>
          <a:p>
            <a:r>
              <a:t>D</a:t>
            </a:r>
          </a:p>
          <a:p>
            <a:r>
              <a:t>DeepSeek</a:t>
            </a:r>
          </a:p>
          <a:p>
            <a:r>
              <a:t>فتستمر ،تلقائ ًيا العمل ليتو ىّ احتياطي نموذج</a:t>
            </a:r>
          </a:p>
          <a:p>
            <a:r>
              <a:t>.الخدمة</a:t>
            </a:r>
          </a:p>
          <a:p>
            <a:r>
              <a:t>B</a:t>
            </a:r>
          </a:p>
          <a:p>
            <a:r>
              <a:t>BGE-M3</a:t>
            </a:r>
          </a:p>
          <a:p>
            <a:r>
              <a:t>المقطع يجد اللغات متعدد بحث نموذج</a:t>
            </a:r>
          </a:p>
          <a:p>
            <a:r>
              <a:t>.والتاغالوغية واإلنجلزيية بالعربية المناسب</a:t>
            </a:r>
          </a:p>
          <a:p>
            <a:r>
              <a:t>رفيق09 / 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التع ّلم يف · الصطناعي الذكاء</a:t>
            </a:r>
          </a:p>
          <a:p>
            <a:r>
              <a:t>هو من يعرف وال ،المتع ّلم يخدم ذكاء</a:t>
            </a:r>
          </a:p>
          <a:p>
            <a:r>
              <a:t>.طلب أي يف هوية وال اسم يدخل وال ،وفاحص محدود مدخل منها لكل ،محددة صغرية مهام</a:t>
            </a:r>
          </a:p>
          <a:p>
            <a:r>
              <a:t>؟</a:t>
            </a:r>
          </a:p>
          <a:p>
            <a:r>
              <a:t>»لماذا؟«</a:t>
            </a:r>
          </a:p>
          <a:p>
            <a:r>
              <a:t>المتع ّلم بلغة الخطأ سبب يرشح</a:t>
            </a:r>
          </a:p>
          <a:p>
            <a:r>
              <a:t>ونموذج ،المعتمدة البطاقة من</a:t>
            </a:r>
          </a:p>
          <a:p>
            <a:r>
              <a:t>.عليها يزد لم أنه يتأكد ٍثا</a:t>
            </a:r>
          </a:p>
          <a:p>
            <a:r>
              <a:t>←</a:t>
            </a:r>
          </a:p>
          <a:p>
            <a:r>
              <a:t>التعليمي المو ّجه</a:t>
            </a:r>
          </a:p>
          <a:p>
            <a:r>
              <a:t>يقول ،هوية بال تع ّلم مل ّخص من</a:t>
            </a:r>
          </a:p>
          <a:p>
            <a:r>
              <a:t>يتع ّلمه وما يراجعه وما أتقنه ما له</a:t>
            </a:r>
          </a:p>
          <a:p>
            <a:r>
              <a:t>.اآلن</a:t>
            </a:r>
          </a:p>
          <a:p>
            <a:r>
              <a:t>⌂</a:t>
            </a:r>
          </a:p>
          <a:p>
            <a:r>
              <a:t>الرئيسية ترتيب</a:t>
            </a:r>
          </a:p>
          <a:p>
            <a:r>
              <a:t>بحسب الرئيسية مك ّونات ير ّتب</a:t>
            </a:r>
          </a:p>
          <a:p>
            <a:r>
              <a:t>.اليوم يف مرة ،يومه ووقت تق ّدمه</a:t>
            </a:r>
          </a:p>
          <a:p>
            <a:r>
              <a:t>↗</a:t>
            </a:r>
          </a:p>
          <a:p>
            <a:r>
              <a:t>الدرس إىل السؤال من</a:t>
            </a:r>
          </a:p>
          <a:p>
            <a:r>
              <a:t>،تع ّلمي بهدف سؤاله يربط ،بإذنه</a:t>
            </a:r>
          </a:p>
          <a:p>
            <a:r>
              <a:t>.المناسب الدرس عليه فيقرتح</a:t>
            </a:r>
          </a:p>
          <a:p>
            <a:r>
              <a:t>هوية بال</a:t>
            </a:r>
          </a:p>
          <a:p>
            <a:r>
              <a:t>طلبات يف محادثة سجل وال مع ّرف وال اسم ال</a:t>
            </a:r>
          </a:p>
          <a:p>
            <a:r>
              <a:t>.النماذج</a:t>
            </a:r>
          </a:p>
          <a:p>
            <a:r>
              <a:t>بيانات المستخدم نص</a:t>
            </a:r>
          </a:p>
          <a:p>
            <a:r>
              <a:t>.ُتن َّفذ تعليمات ال ،ُتح َّلل ًماد سؤاله ُيعامل</a:t>
            </a:r>
          </a:p>
          <a:p>
            <a:r>
              <a:t>مضبوطة تكلفة</a:t>
            </a:r>
          </a:p>
          <a:p>
            <a:r>
              <a:t>يومي إنفاق وسقف ،لإلجابة 0.0015$ قرابة</a:t>
            </a:r>
          </a:p>
          <a:p>
            <a:r>
              <a:t>.المزيانية يحمي</a:t>
            </a:r>
          </a:p>
          <a:p>
            <a:r>
              <a:t>رفيق10 / 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البرشية المرافقة</a:t>
            </a:r>
          </a:p>
          <a:p>
            <a:r>
              <a:t>شاشة كل يف زر :»إنسا ًنا أريد«</a:t>
            </a:r>
          </a:p>
          <a:p>
            <a:r>
              <a:t>.جانبية خدمة ال ،المنتج من جزء اإلنسان .شاشة مع الجديد المسلم يرتك ال رفيق</a:t>
            </a:r>
          </a:p>
          <a:p>
            <a:r>
              <a:t>وبلغته جنسه من مرشد</a:t>
            </a:r>
          </a:p>
          <a:p>
            <a:r>
              <a:t>صغرية مجموعات</a:t>
            </a:r>
          </a:p>
          <a:p>
            <a:r>
              <a:t>العلم أهل إىل إحالة</a:t>
            </a:r>
          </a:p>
          <a:p>
            <a:r>
              <a:t>المحادثة أمان</a:t>
            </a:r>
          </a:p>
          <a:p>
            <a:r>
              <a:t>الخطر يف</a:t>
            </a:r>
          </a:p>
          <a:p>
            <a:r>
              <a:t>خاص دفرت</a:t>
            </a:r>
          </a:p>
          <a:p>
            <a:r>
              <a:t>متاح مرشد إىل طلبه يصل</a:t>
            </a:r>
          </a:p>
          <a:p>
            <a:r>
              <a:t>بنفسه مرشده يختار أو</a:t>
            </a:r>
          </a:p>
          <a:p>
            <a:r>
              <a:t>بينهما خاصة محادثة</a:t>
            </a:r>
          </a:p>
          <a:p>
            <a:r>
              <a:t>بلغته رفقة</a:t>
            </a:r>
          </a:p>
          <a:p>
            <a:r>
              <a:t>جماعية تع ّلم تحديات</a:t>
            </a:r>
          </a:p>
          <a:p>
            <a:r>
              <a:t>مرشد بإرشاف</a:t>
            </a:r>
          </a:p>
          <a:p>
            <a:r>
              <a:t>الشخصية للمسألة</a:t>
            </a:r>
          </a:p>
          <a:p>
            <a:r>
              <a:t>الرشعي المراجع يتابعها</a:t>
            </a:r>
          </a:p>
          <a:p>
            <a:r>
              <a:t>إليه الجواب ويعود</a:t>
            </a:r>
          </a:p>
          <a:p>
            <a:r>
              <a:t>بضغطة وحظر تبليغ</a:t>
            </a:r>
          </a:p>
          <a:p>
            <a:r>
              <a:t>الفريق يتابعه بالغات طابور</a:t>
            </a:r>
          </a:p>
          <a:p>
            <a:r>
              <a:t>مرشد كل بها ّيق قواعد</a:t>
            </a:r>
          </a:p>
          <a:p>
            <a:r>
              <a:t>بلده يف الرسمية الطوارئ أرقام</a:t>
            </a:r>
          </a:p>
          <a:p>
            <a:r>
              <a:t>اتصال دون حىت تظهر</a:t>
            </a:r>
          </a:p>
          <a:p>
            <a:r>
              <a:t>الفريق إىل عاجل وطلب</a:t>
            </a:r>
          </a:p>
          <a:p>
            <a:r>
              <a:t>لنفسه فيه يكتب</a:t>
            </a:r>
          </a:p>
          <a:p>
            <a:r>
              <a:t>فريق وال مرشد يراه ال</a:t>
            </a:r>
          </a:p>
          <a:p>
            <a:r>
              <a:t>جهازه على يبقى</a:t>
            </a:r>
          </a:p>
          <a:p>
            <a:r>
              <a:t>رفيق11 / 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يومي</a:t>
            </a:r>
          </a:p>
          <a:p>
            <a:r>
              <a:t>جهازه على محسوبة ،اليومية عبادته</a:t>
            </a:r>
          </a:p>
          <a:p>
            <a:r>
              <a:t>.الجهاز يغادر ال وموقعه ،حساب وال إعالنات بال ،يومه يف المسلم أدوات</a:t>
            </a:r>
          </a:p>
          <a:p>
            <a:r>
              <a:t>والقبلة الصالة مواقيت</a:t>
            </a:r>
          </a:p>
          <a:p>
            <a:r>
              <a:t>األذكار</a:t>
            </a:r>
          </a:p>
          <a:p>
            <a:r>
              <a:t>والمكتبة القرآن</a:t>
            </a:r>
          </a:p>
          <a:p>
            <a:r>
              <a:t>والعادات التقويم</a:t>
            </a:r>
          </a:p>
          <a:p>
            <a:r>
              <a:t>اليوم مواقيت</a:t>
            </a:r>
          </a:p>
          <a:p>
            <a:r>
              <a:t>والمساء الصباح أذكار</a:t>
            </a:r>
          </a:p>
          <a:p>
            <a:r>
              <a:t>مدينته من الجهاز على ُتحسب</a:t>
            </a:r>
          </a:p>
          <a:p>
            <a:r>
              <a:t>بالبوصلة ح ّية قبلة</a:t>
            </a:r>
          </a:p>
          <a:p>
            <a:r>
              <a:t>يختاره محايد تذكري</a:t>
            </a:r>
          </a:p>
          <a:p>
            <a:r>
              <a:t>والنوم الصالة وبعد والمساء الصباح</a:t>
            </a:r>
          </a:p>
          <a:p>
            <a:r>
              <a:t>وقته بحسب ُتعرض</a:t>
            </a:r>
          </a:p>
          <a:p>
            <a:r>
              <a:t>ومصدرها ومعناها بنصهاً</a:t>
            </a:r>
          </a:p>
          <a:p>
            <a:r>
              <a:t>آي ًآي ،ق ّراء بعدة استماع</a:t>
            </a:r>
          </a:p>
          <a:p>
            <a:r>
              <a:t>أمامه ُتربز المتل ّوة اآلية</a:t>
            </a:r>
          </a:p>
          <a:p>
            <a:r>
              <a:t>للمسلم معتمدة ومقاطع كتب</a:t>
            </a:r>
          </a:p>
          <a:p>
            <a:r>
              <a:t>الجديد</a:t>
            </a:r>
          </a:p>
          <a:p>
            <a:r>
              <a:t>والمناسبات الهجري التاريخ</a:t>
            </a:r>
          </a:p>
          <a:p>
            <a:r>
              <a:t>رمضان وضع</a:t>
            </a:r>
          </a:p>
          <a:p>
            <a:r>
              <a:t>لنفسه يتابعها عادات</a:t>
            </a:r>
          </a:p>
          <a:p>
            <a:r>
              <a:t>رفيق12 / 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التحفزي</a:t>
            </a:r>
          </a:p>
          <a:p>
            <a:r>
              <a:t>العبادة على نقا ًط ا يضع وال ،التع ّلم على يح ّفز</a:t>
            </a:r>
          </a:p>
          <a:p>
            <a:r>
              <a:t>.وحده للتع ّلم والتحفزي ،وربه العبد بني العبادة :المنتج أصل يف وتربوي رشعي قرار</a:t>
            </a:r>
          </a:p>
          <a:p>
            <a:r>
              <a:t>✦</a:t>
            </a:r>
          </a:p>
          <a:p>
            <a:r>
              <a:t>التع ّلم أيام</a:t>
            </a:r>
          </a:p>
          <a:p>
            <a:r>
              <a:t>يتع ّلم يوم كل مع تكرب سلسلة</a:t>
            </a:r>
          </a:p>
          <a:p>
            <a:r>
              <a:t>.النقطاع بعد بلطف وتعود ،فيه</a:t>
            </a:r>
          </a:p>
          <a:p>
            <a:r>
              <a:t>★</a:t>
            </a:r>
          </a:p>
          <a:p>
            <a:r>
              <a:t>أوسمة</a:t>
            </a:r>
          </a:p>
          <a:p>
            <a:r>
              <a:t>،باسمها وسام يت ّمها وحدة لكل</a:t>
            </a:r>
          </a:p>
          <a:p>
            <a:r>
              <a:t>.حسابه يف يراه</a:t>
            </a:r>
          </a:p>
          <a:p>
            <a:r>
              <a:t>◔</a:t>
            </a:r>
          </a:p>
          <a:p>
            <a:r>
              <a:t>لطيف تذكري</a:t>
            </a:r>
          </a:p>
          <a:p>
            <a:r>
              <a:t>بنص ،يختاره الذي الوقت يف</a:t>
            </a:r>
          </a:p>
          <a:p>
            <a:r>
              <a:t>.ُيرد لم إن ّويق ،محايد</a:t>
            </a:r>
          </a:p>
          <a:p>
            <a:r>
              <a:t>∞</a:t>
            </a:r>
          </a:p>
          <a:p>
            <a:r>
              <a:t>جماعية تحديات</a:t>
            </a:r>
          </a:p>
          <a:p>
            <a:r>
              <a:t>ترتيب دون ،مجموعته مع يتع ّلم</a:t>
            </a:r>
          </a:p>
          <a:p>
            <a:r>
              <a:t>.لألفراد</a:t>
            </a:r>
          </a:p>
          <a:p>
            <a:r>
              <a:t>رفيق13 / 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واألمان الخصوصية</a:t>
            </a:r>
          </a:p>
          <a:p>
            <a:r>
              <a:t>إسالمه يخفي لمن مص ّمم</a:t>
            </a:r>
          </a:p>
          <a:p>
            <a:r>
              <a:t>.صاحبه يد يف التحكم ونضع ،القليل أقل فنجمع ،حساسة بيانات الد ين المعتقد</a:t>
            </a:r>
          </a:p>
          <a:p>
            <a:r>
              <a:t>حساب بال</a:t>
            </a:r>
          </a:p>
          <a:p>
            <a:r>
              <a:t>الخفي الوضع</a:t>
            </a:r>
          </a:p>
          <a:p>
            <a:r>
              <a:t>له بياناته</a:t>
            </a:r>
          </a:p>
          <a:p>
            <a:r>
              <a:t>نفعله ال ما</a:t>
            </a:r>
          </a:p>
          <a:p>
            <a:r>
              <a:t>والخصوصية اإلشعارات</a:t>
            </a:r>
          </a:p>
          <a:p>
            <a:r>
              <a:t>حساب بال زائر :حسايب</a:t>
            </a:r>
          </a:p>
          <a:p>
            <a:r>
              <a:t>تسجيل دون واألسئلة التع ّلم كل</a:t>
            </a:r>
          </a:p>
          <a:p>
            <a:r>
              <a:t>مرور وكلمة مستعار اسم الحساب</a:t>
            </a:r>
          </a:p>
          <a:p>
            <a:r>
              <a:t>حقيقي اسم وال جوال رقم ال</a:t>
            </a:r>
          </a:p>
          <a:p>
            <a:r>
              <a:t>»Notes« يصبح الصفحة عنوان</a:t>
            </a:r>
          </a:p>
          <a:p>
            <a:r>
              <a:t>دينية كلمة وال رفيق اسم بال إشعارات</a:t>
            </a:r>
          </a:p>
          <a:p>
            <a:r>
              <a:t>شاشة كل يف رسيع خروج زر</a:t>
            </a:r>
          </a:p>
          <a:p>
            <a:r>
              <a:t>بضغطة بياناته من نسخة</a:t>
            </a:r>
          </a:p>
          <a:p>
            <a:r>
              <a:t>الحساب حذف أو الجهاز مسح</a:t>
            </a:r>
          </a:p>
          <a:p>
            <a:r>
              <a:t>بيان أي قبل بلغته خصوصية سياسة</a:t>
            </a:r>
          </a:p>
          <a:p>
            <a:r>
              <a:t>إعالنات وال تت ّبع أدوات ال</a:t>
            </a:r>
          </a:p>
          <a:p>
            <a:r>
              <a:t>الجهاز يغادر ال الموقع</a:t>
            </a:r>
          </a:p>
          <a:p>
            <a:r>
              <a:t>الصطناعي الذكاء طلبات يف هوية ال</a:t>
            </a:r>
          </a:p>
          <a:p>
            <a:r>
              <a:t>رفيق14 / 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متجر بال تطبيق</a:t>
            </a:r>
          </a:p>
          <a:p>
            <a:r>
              <a:t>اتصال دون ويعمل ،بضغطة ُيث َّبت</a:t>
            </a:r>
          </a:p>
          <a:p>
            <a:r>
              <a:t>.الرئيسية الشاشة على تطبي ًقا ويصري ،حاسوب أو جوال أي على الرابط من يفتح :تق ّدمي ويب تطبيق</a:t>
            </a:r>
          </a:p>
          <a:p>
            <a:r>
              <a:t>↓</a:t>
            </a:r>
          </a:p>
          <a:p>
            <a:r>
              <a:t>خفيف</a:t>
            </a:r>
          </a:p>
          <a:p>
            <a:r>
              <a:t>من أقل كلها المتع ّلم واجهة</a:t>
            </a:r>
          </a:p>
          <a:p>
            <a:r>
              <a:t>،مضغوطة واحد ميغابايت</a:t>
            </a:r>
          </a:p>
          <a:p>
            <a:r>
              <a:t>التشغيل عند والفيديو والصوت</a:t>
            </a:r>
          </a:p>
          <a:p>
            <a:r>
              <a:t>.فقط</a:t>
            </a:r>
          </a:p>
          <a:p>
            <a:r>
              <a:t>⌁</a:t>
            </a:r>
          </a:p>
          <a:p>
            <a:r>
              <a:t>اتصال دون</a:t>
            </a:r>
          </a:p>
          <a:p>
            <a:r>
              <a:t>،دروسه :الطريان وضع يف يفتح</a:t>
            </a:r>
          </a:p>
          <a:p>
            <a:r>
              <a:t>.حفظه وما ،واألذكار ،والمواقيت</a:t>
            </a:r>
          </a:p>
          <a:p>
            <a:r>
              <a:t>▤</a:t>
            </a:r>
          </a:p>
          <a:p>
            <a:r>
              <a:t>التزنيالت مركز</a:t>
            </a:r>
          </a:p>
          <a:p>
            <a:r>
              <a:t>أو ،وحدة :معه يبقى ما يختار</a:t>
            </a:r>
          </a:p>
          <a:p>
            <a:r>
              <a:t>كل حجم ويرى ،كتاب أو ،سورة</a:t>
            </a:r>
          </a:p>
          <a:p>
            <a:r>
              <a:t>.منها</a:t>
            </a:r>
          </a:p>
          <a:p>
            <a:r>
              <a:t>◉</a:t>
            </a:r>
          </a:p>
          <a:p>
            <a:r>
              <a:t>إشعارات</a:t>
            </a:r>
          </a:p>
          <a:p>
            <a:r>
              <a:t>مغلقة ،واآليفون األندرويد على</a:t>
            </a:r>
          </a:p>
          <a:p>
            <a:r>
              <a:t>شاشة على ومحايدة ،يف ّعلها حىت</a:t>
            </a:r>
          </a:p>
          <a:p>
            <a:r>
              <a:t>.القفل</a:t>
            </a:r>
          </a:p>
          <a:p>
            <a:r>
              <a:t>واتجاهان لغات ثالث</a:t>
            </a:r>
          </a:p>
          <a:p>
            <a:r>
              <a:t>.والتاغالوغية واإلنجلزيية بالعربية شاشة كل</a:t>
            </a:r>
          </a:p>
          <a:p>
            <a:r>
              <a:t>وداكن فاتح</a:t>
            </a:r>
          </a:p>
          <a:p>
            <a:r>
              <a:t>.اختياره أو الجهاز يتبع مظهر</a:t>
            </a:r>
          </a:p>
          <a:p>
            <a:r>
              <a:t>در ًس ا يقطع ال تحديث</a:t>
            </a:r>
          </a:p>
          <a:p>
            <a:r>
              <a:t>.درسه ينهي حىت ينتظر الجديد اإلصدار</a:t>
            </a:r>
          </a:p>
          <a:p>
            <a:r>
              <a:t>رفيق15 / 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من 1 · الستار خلف</a:t>
            </a:r>
          </a:p>
          <a:p>
            <a:r>
              <a:t>لوحته الجديد المسلم يخدم من لكل</a:t>
            </a:r>
          </a:p>
          <a:p>
            <a:r>
              <a:t>.فقط متع ّلم واجهة ال ،كاملة منظومة رفيق</a:t>
            </a:r>
          </a:p>
          <a:p>
            <a:r>
              <a:t>المرشد لوحة</a:t>
            </a:r>
          </a:p>
          <a:p>
            <a:r>
              <a:t>متطوع</a:t>
            </a:r>
          </a:p>
          <a:p>
            <a:r>
              <a:t>الطلبات صندوق</a:t>
            </a:r>
          </a:p>
          <a:p>
            <a:r>
              <a:t>ويرد يقبلها ،جنسه ومن بلغته »إنسا ًنا أريد« طلبات</a:t>
            </a:r>
          </a:p>
          <a:p>
            <a:r>
              <a:t>يرشدهم من</a:t>
            </a:r>
          </a:p>
          <a:p>
            <a:r>
              <a:t>وأوسمته تق ّدمه برؤية له أذن من وتق ّدم ،محادثاتهم</a:t>
            </a:r>
          </a:p>
          <a:p>
            <a:r>
              <a:t>المجموعات</a:t>
            </a:r>
          </a:p>
          <a:p>
            <a:r>
              <a:t>تحدياتها ويدير مجموعته ينئش</a:t>
            </a:r>
          </a:p>
          <a:p>
            <a:r>
              <a:t>والحد التوفر</a:t>
            </a:r>
          </a:p>
          <a:p>
            <a:r>
              <a:t>يرشدهم من لعدد أعلى وحد ،توفره أوقات</a:t>
            </a:r>
          </a:p>
          <a:p>
            <a:r>
              <a:t>المرشد قواعد</a:t>
            </a:r>
          </a:p>
          <a:p>
            <a:r>
              <a:t>محادثة أول قبل بها ّيق</a:t>
            </a:r>
          </a:p>
          <a:p>
            <a:r>
              <a:t>الرشعي المراجع مكتب</a:t>
            </a:r>
          </a:p>
          <a:p>
            <a:r>
              <a:t>مراجع</a:t>
            </a:r>
          </a:p>
          <a:p>
            <a:r>
              <a:t>المحتوى اعتماد</a:t>
            </a:r>
          </a:p>
          <a:p>
            <a:r>
              <a:t>أو يعتمدها :الجاهزة واإلجابات والبطاقات الدروس</a:t>
            </a:r>
          </a:p>
          <a:p>
            <a:r>
              <a:t>يعيدها</a:t>
            </a:r>
          </a:p>
          <a:p>
            <a:r>
              <a:t>الق ّراء عينات</a:t>
            </a:r>
          </a:p>
          <a:p>
            <a:r>
              <a:t>إتاحته قبل قارئ كل إىل يستمع</a:t>
            </a:r>
          </a:p>
          <a:p>
            <a:r>
              <a:t>»لماذا؟« رشوح</a:t>
            </a:r>
          </a:p>
          <a:p>
            <a:r>
              <a:t>النموذج كتبه مما عينات يراجع</a:t>
            </a:r>
          </a:p>
          <a:p>
            <a:r>
              <a:t>التحديات نصوص</a:t>
            </a:r>
          </a:p>
          <a:p>
            <a:r>
              <a:t>الجماعية التحديات نصوص يعتمد</a:t>
            </a:r>
          </a:p>
          <a:p>
            <a:r>
              <a:t>المحالة المسائل</a:t>
            </a:r>
          </a:p>
          <a:p>
            <a:r>
              <a:t>العلم أهل إىل المساعد أحاله ع ّما يجيب</a:t>
            </a:r>
          </a:p>
          <a:p>
            <a:r>
              <a:t>رفيق16 / 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من 2 · الستار خلف</a:t>
            </a:r>
          </a:p>
          <a:p>
            <a:r>
              <a:t>األشخاص تعرف وال ،األثر تعرف إدارة</a:t>
            </a:r>
          </a:p>
          <a:p>
            <a:r>
              <a:t>.دور لكل محددة وصالحيات ،هوية بال مج ّمعة مؤرشات</a:t>
            </a:r>
          </a:p>
          <a:p>
            <a:r>
              <a:t>واإلدارة الفريق</a:t>
            </a:r>
          </a:p>
          <a:p>
            <a:r>
              <a:t>رفيق فريق</a:t>
            </a:r>
          </a:p>
          <a:p>
            <a:r>
              <a:t>المؤرشات</a:t>
            </a:r>
          </a:p>
          <a:p>
            <a:r>
              <a:t>هوية دون مج ّمعة ،والعودة واألسئلة التع ّلم</a:t>
            </a:r>
          </a:p>
          <a:p>
            <a:r>
              <a:t>البالغات طابور</a:t>
            </a:r>
          </a:p>
          <a:p>
            <a:r>
              <a:t>العاجلة والطلبات المحادثات بالغات</a:t>
            </a:r>
          </a:p>
          <a:p>
            <a:r>
              <a:t>التغطية</a:t>
            </a:r>
          </a:p>
          <a:p>
            <a:r>
              <a:t>جنس وألي لغة وبأي ،مرشدون يتوفر أين</a:t>
            </a:r>
          </a:p>
          <a:p>
            <a:r>
              <a:t>المستخدمون</a:t>
            </a:r>
          </a:p>
          <a:p>
            <a:r>
              <a:t>الدعوة ورموز األدوار</a:t>
            </a:r>
          </a:p>
          <a:p>
            <a:r>
              <a:t>األهلة ترايئ</a:t>
            </a:r>
          </a:p>
          <a:p>
            <a:r>
              <a:t>الهجرية األشهر بدايات متابعة</a:t>
            </a:r>
          </a:p>
          <a:p>
            <a:r>
              <a:t>الدعوية الجهة من ّس ق</a:t>
            </a:r>
          </a:p>
          <a:p>
            <a:r>
              <a:t>دعوي مكتب</a:t>
            </a:r>
          </a:p>
          <a:p>
            <a:r>
              <a:t>النضمام رموز</a:t>
            </a:r>
          </a:p>
          <a:p>
            <a:r>
              <a:t>الجهة باسم ،لغة لكل QRو ورابط رمز</a:t>
            </a:r>
          </a:p>
          <a:p>
            <a:r>
              <a:t>الجهة مرشدو</a:t>
            </a:r>
          </a:p>
          <a:p>
            <a:r>
              <a:t>توفرهم ويدير يعتمدهم</a:t>
            </a:r>
          </a:p>
          <a:p>
            <a:r>
              <a:t>مج ّمعة لوحة</a:t>
            </a:r>
          </a:p>
          <a:p>
            <a:r>
              <a:t>فردية بيانات بال ،الجهة منسويب نشاط</a:t>
            </a:r>
          </a:p>
          <a:p>
            <a:r>
              <a:t>الخصوصية</a:t>
            </a:r>
          </a:p>
          <a:p>
            <a:r>
              <a:t>شاء مىت بالجهة ارتباطه يفك المتع ّلم</a:t>
            </a:r>
          </a:p>
          <a:p>
            <a:r>
              <a:t>رفيق17 / 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والمصادر الموثوقية</a:t>
            </a:r>
          </a:p>
          <a:p>
            <a:r>
              <a:t>ومراجع وترخيص مصدر له نص كل</a:t>
            </a:r>
          </a:p>
          <a:p>
            <a:r>
              <a:t>.ترخيص وبأي ،وكيف ،منه نأخذه ما :مصدر كل يو ّثق المستودع يف واحد سجل</a:t>
            </a:r>
          </a:p>
          <a:p>
            <a:r>
              <a:t>المصدر</a:t>
            </a:r>
          </a:p>
          <a:p>
            <a:r>
              <a:t>نأخذه ما</a:t>
            </a:r>
          </a:p>
          <a:p>
            <a:r>
              <a:t>QuranEncالمعتمدة معانيه وترجمات القرآن نص</a:t>
            </a:r>
          </a:p>
          <a:p>
            <a:r>
              <a:t>HadeethEncورشحها بدرجتها األحاديث</a:t>
            </a:r>
          </a:p>
          <a:p>
            <a:r>
              <a:t>IslamHouseوالتالوات ،الجديد المسلم ومقاطع كتب</a:t>
            </a:r>
          </a:p>
          <a:p>
            <a:r>
              <a:t>Quranpediaًآي ًآي الق ّراء تالوات</a:t>
            </a:r>
          </a:p>
          <a:p>
            <a:r>
              <a:t>وجواب سؤال اإلسالم · باز ابن موقع</a:t>
            </a:r>
          </a:p>
          <a:p>
            <a:r>
              <a:t>وإجابات فتاوى</a:t>
            </a:r>
          </a:p>
          <a:p>
            <a:r>
              <a:t>الحالة</a:t>
            </a:r>
          </a:p>
          <a:p>
            <a:r>
              <a:t>رفيق يفعله ماٍ</a:t>
            </a:r>
          </a:p>
          <a:p>
            <a:r>
              <a:t>كا مصدر ال</a:t>
            </a:r>
          </a:p>
          <a:p>
            <a:r>
              <a:t>مرش ًدا ويقرتح ،ذلك يقول</a:t>
            </a:r>
          </a:p>
          <a:p>
            <a:r>
              <a:t>شخصية مسألة</a:t>
            </a:r>
          </a:p>
          <a:p>
            <a:r>
              <a:t>العلم أهل إىل يحيلها</a:t>
            </a:r>
          </a:p>
          <a:p>
            <a:r>
              <a:t>خالفية مسألة</a:t>
            </a:r>
          </a:p>
          <a:p>
            <a:r>
              <a:t>ترجيح دون األقوال يعرض</a:t>
            </a:r>
          </a:p>
          <a:p>
            <a:r>
              <a:t>السائل على خطر</a:t>
            </a:r>
          </a:p>
          <a:p>
            <a:r>
              <a:t>فو ًرا طوارئ وأرقام إنسان</a:t>
            </a:r>
          </a:p>
          <a:p>
            <a:r>
              <a:t>حديث أو قرآن نص</a:t>
            </a:r>
          </a:p>
          <a:p>
            <a:r>
              <a:t>النموذج من ال ،البيانات قاعدة من</a:t>
            </a:r>
          </a:p>
          <a:p>
            <a:r>
              <a:t>رفيق18 / 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والنتائج التقنيات</a:t>
            </a:r>
          </a:p>
          <a:p>
            <a:r>
              <a:t>الفعلي التشغيل من وأرقام ،بسيطة بنية</a:t>
            </a:r>
          </a:p>
          <a:p>
            <a:r>
              <a:t>.آيل وتراجع صحة فحص مع ،تلقائ ًيا ُينرش ثم ب الختبارات يمر تحديث كل</a:t>
            </a:r>
          </a:p>
          <a:p>
            <a:r>
              <a:t>◧</a:t>
            </a:r>
          </a:p>
          <a:p>
            <a:r>
              <a:t>الواجهة</a:t>
            </a:r>
          </a:p>
          <a:p>
            <a:r>
              <a:t>تطبيق ،TypeScript و React</a:t>
            </a:r>
          </a:p>
          <a:p>
            <a:r>
              <a:t>،اتصال دون يعمل تق ّدمي ويب</a:t>
            </a:r>
          </a:p>
          <a:p>
            <a:r>
              <a:t>.خاص تصميم بنظام</a:t>
            </a:r>
          </a:p>
          <a:p>
            <a:r>
              <a:t>⚙</a:t>
            </a:r>
          </a:p>
          <a:p>
            <a:r>
              <a:t>الخادم</a:t>
            </a:r>
          </a:p>
          <a:p>
            <a:r>
              <a:t>السؤال مسار :FastAPI</a:t>
            </a:r>
          </a:p>
          <a:p>
            <a:r>
              <a:t>.والمرافقة ،والتع ّلم ،والتحقق</a:t>
            </a:r>
          </a:p>
          <a:p>
            <a:r>
              <a:t>▦</a:t>
            </a:r>
          </a:p>
          <a:p>
            <a:r>
              <a:t>البيانات</a:t>
            </a:r>
          </a:p>
          <a:p>
            <a:r>
              <a:t>:pgvector و PostgreSQL</a:t>
            </a:r>
          </a:p>
          <a:p>
            <a:r>
              <a:t>وفهرسها المعتمدة المقاطع</a:t>
            </a:r>
          </a:p>
          <a:p>
            <a:r>
              <a:t>.الداليل</a:t>
            </a:r>
          </a:p>
          <a:p>
            <a:r>
              <a:t>✧</a:t>
            </a:r>
          </a:p>
          <a:p>
            <a:r>
              <a:t>النماذج</a:t>
            </a:r>
          </a:p>
          <a:p>
            <a:r>
              <a:t>و DeepSeek و Gemma</a:t>
            </a:r>
          </a:p>
          <a:p>
            <a:r>
              <a:t>.OpenRouter عرب BGE-M3</a:t>
            </a:r>
          </a:p>
          <a:p>
            <a:r>
              <a:t>14/14</a:t>
            </a:r>
          </a:p>
          <a:p>
            <a:r>
              <a:t>14/14</a:t>
            </a:r>
          </a:p>
          <a:p>
            <a:r>
              <a:t>يف المصادر من ُأجيب عرب ًيا لسؤا اً</a:t>
            </a:r>
          </a:p>
          <a:p>
            <a:r>
              <a:t>الحي الموقع</a:t>
            </a:r>
          </a:p>
          <a:p>
            <a:r>
              <a:t>9/9</a:t>
            </a:r>
          </a:p>
          <a:p>
            <a:r>
              <a:t>9/9</a:t>
            </a:r>
          </a:p>
          <a:p>
            <a:r>
              <a:t>يف السؤال لنوع صحيح تصنيف</a:t>
            </a:r>
          </a:p>
          <a:p>
            <a:r>
              <a:t>المو ّجه اختبار</a:t>
            </a:r>
          </a:p>
          <a:p>
            <a:r>
              <a:t>$0.0015</a:t>
            </a:r>
          </a:p>
          <a:p>
            <a:r>
              <a:t>$0.0015</a:t>
            </a:r>
          </a:p>
          <a:p>
            <a:r>
              <a:t>إىل 9 يف ،الواحدة اإلجابة تكلفة</a:t>
            </a:r>
          </a:p>
          <a:p>
            <a:r>
              <a:t>ثانية 15</a:t>
            </a:r>
          </a:p>
          <a:p>
            <a:r>
              <a:t>+1,100</a:t>
            </a:r>
          </a:p>
          <a:p>
            <a:r>
              <a:t>+1,100</a:t>
            </a:r>
          </a:p>
          <a:p>
            <a:r>
              <a:t>القواعد يحرس ناجح آيل اختبار</a:t>
            </a:r>
          </a:p>
          <a:p>
            <a:r>
              <a:t>رفيق19 / 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و الستمرار المضافة القيمة</a:t>
            </a:r>
          </a:p>
          <a:p>
            <a:r>
              <a:t>غريه يف يجتمع ال رفيق يجمعه ما</a:t>
            </a:r>
          </a:p>
          <a:p>
            <a:r>
              <a:t>.واحد تطبيق يف ،لغات بثالث ،يومية وأدوات ،برشي ومرشد ،مو ّثق ومساعد ،تع ّلمي مسار</a:t>
            </a:r>
          </a:p>
          <a:p>
            <a:r>
              <a:t>عامة اصطناعي ذكاء محادثة مقابل</a:t>
            </a:r>
          </a:p>
          <a:p>
            <a:r>
              <a:t>يكتبه ال رشعي ونص ،جملة لكل معروف مصدر</a:t>
            </a:r>
          </a:p>
          <a:p>
            <a:r>
              <a:t>.الحاجة عند وإنسان ،نموذج</a:t>
            </a:r>
          </a:p>
          <a:p>
            <a:r>
              <a:t>والمواقع الكت ّيبات مقابل</a:t>
            </a:r>
          </a:p>
          <a:p>
            <a:r>
              <a:t>،معه تتك ّيف ومراجعة ،مستواه يعرف تد ّرج</a:t>
            </a:r>
          </a:p>
          <a:p>
            <a:r>
              <a:t>.وبلغته</a:t>
            </a:r>
          </a:p>
          <a:p>
            <a:r>
              <a:t>التواصل وسائل مقابل</a:t>
            </a:r>
          </a:p>
          <a:p>
            <a:r>
              <a:t>،جنسه من موثوق ومرشد ،معتمد محتوى</a:t>
            </a:r>
          </a:p>
          <a:p>
            <a:r>
              <a:t>.تحميه وخصوصية</a:t>
            </a:r>
          </a:p>
          <a:p>
            <a:r>
              <a:t>جديدة لغات</a:t>
            </a:r>
          </a:p>
          <a:p>
            <a:r>
              <a:t>والبنية ،اللغات عرشات تتيح المعتمدة المصادر</a:t>
            </a:r>
          </a:p>
          <a:p>
            <a:r>
              <a:t>.تستقبلها نفسها</a:t>
            </a:r>
          </a:p>
          <a:p>
            <a:r>
              <a:t>الدعوية الجهات عرب</a:t>
            </a:r>
          </a:p>
          <a:p>
            <a:r>
              <a:t>،مرشديه ويدير ،برمز ينضم دعوي مكتب كل</a:t>
            </a:r>
          </a:p>
          <a:p>
            <a:r>
              <a:t>.أثره ويرى</a:t>
            </a:r>
          </a:p>
          <a:p>
            <a:r>
              <a:t>الكلفة قليل تشغيل</a:t>
            </a:r>
          </a:p>
          <a:p>
            <a:r>
              <a:t>ومراجعة ،لإلجابة سنت من وأقل ،واحد خادم</a:t>
            </a:r>
          </a:p>
          <a:p>
            <a:r>
              <a:t>.المنتج داخل رشعية</a:t>
            </a:r>
          </a:p>
          <a:p>
            <a:r>
              <a:t>رفيق20 / 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الفريق</a:t>
            </a:r>
          </a:p>
          <a:p>
            <a:r>
              <a:t>عبدالعزيز بن نارص</a:t>
            </a:r>
          </a:p>
          <a:p>
            <a:r>
              <a:t>العويمر</a:t>
            </a:r>
          </a:p>
          <a:p>
            <a:r>
              <a:t>المنصة</a:t>
            </a:r>
          </a:p>
          <a:p>
            <a:r>
              <a:t>العويمر خالد بن نارص</a:t>
            </a:r>
          </a:p>
          <a:p>
            <a:r>
              <a:t>اليومية والممارسة التصميم نظام</a:t>
            </a:r>
          </a:p>
          <a:p>
            <a:r>
              <a:t>الفوزان صالح بن مهند</a:t>
            </a:r>
          </a:p>
          <a:p>
            <a:r>
              <a:t>والتحفزي التع ّلم</a:t>
            </a:r>
          </a:p>
          <a:p>
            <a:r>
              <a:t>عبدالعزيز بن مس ّلم</a:t>
            </a:r>
          </a:p>
          <a:p>
            <a:r>
              <a:t>العمري</a:t>
            </a:r>
          </a:p>
          <a:p>
            <a:r>
              <a:t>واألسئلة المعرفة</a:t>
            </a:r>
          </a:p>
          <a:p>
            <a:r>
              <a:t>اآلن ج ّربه</a:t>
            </a:r>
          </a:p>
          <a:p>
            <a:r>
              <a:t>.تثبيت ودون حساب دون ،الرابط من يفتح</a:t>
            </a:r>
          </a:p>
          <a:p>
            <a:r>
              <a:t>التطبيق</a:t>
            </a:r>
          </a:p>
          <a:p>
            <a:r>
              <a:t>rafeeq.nan.sa/app</a:t>
            </a:r>
          </a:p>
          <a:p>
            <a:r>
              <a:t>التعريف صفحة</a:t>
            </a:r>
          </a:p>
          <a:p>
            <a:r>
              <a:t>rafeeq.nan.sa</a:t>
            </a:r>
          </a:p>
          <a:p>
            <a:r>
              <a:t>الفيديو</a:t>
            </a:r>
          </a:p>
          <a:p>
            <a:r>
              <a:t>youtube.com/shorts/NN3KVPgEf-4</a:t>
            </a:r>
          </a:p>
          <a:p>
            <a:r>
              <a:t>الكود</a:t>
            </a:r>
          </a:p>
          <a:p>
            <a:r>
              <a:t>github.com/rafeeq-muslim/rafeeq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رفيق: العرض الختامي</dc:title>
  <dc:subject/>
  <dc:creator>فريق رفيق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