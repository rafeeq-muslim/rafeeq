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المسار الثالث · التجارب التفاعلية والرحلة المعرفية للتعريف بالإسلام وتع ّمه</a:t>
            </a:r>
          </a:p>
          <a:p>
            <a:r>
              <a:t>رفيق</a:t>
            </a:r>
          </a:p>
          <a:p>
            <a:r>
              <a:t>لست وحدك في سنتك الأولى</a:t>
            </a:r>
          </a:p>
          <a:p>
            <a:r>
              <a:t>رفيق المسلم الجديد: يع ّمه دينه بلغته خطوة خطوة، ويجيبه من مصادر</a:t>
            </a:r>
          </a:p>
          <a:p>
            <a:r>
              <a:t>.معتمدة، ويصله بإنسان متى احتاج</a:t>
            </a:r>
          </a:p>
          <a:p>
            <a:r>
              <a:t>rafeeq.nan.sa/app</a:t>
            </a:r>
          </a:p>
          <a:p>
            <a:r>
              <a:t>English · Tagalog · العربية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كيف تقرأ هذا العرض</a:t>
            </a:r>
          </a:p>
          <a:p>
            <a:r>
              <a:t>ستة معايير، ولكل معيار دليله</a:t>
            </a:r>
          </a:p>
          <a:p>
            <a:r>
              <a:t>.ر ّبنا العرض على معايير التحدي الستة بأوزانها. في أسفل كل شريحة المعيار الذي تخدمه، وفي آخر العرض جدول يجمع الأدلة</a:t>
            </a:r>
          </a:p>
          <a:p>
            <a:r>
              <a:t>25%</a:t>
            </a:r>
          </a:p>
          <a:p>
            <a:r>
              <a:t>25%</a:t>
            </a:r>
          </a:p>
          <a:p>
            <a:r>
              <a:t>وضوح المشكلة وملاءمتها للمسار</a:t>
            </a:r>
          </a:p>
          <a:p>
            <a:r>
              <a:t>والجمهور</a:t>
            </a:r>
          </a:p>
          <a:p>
            <a:r>
              <a:t>مشكلة مو ّقة بأرقام، وجمهور محدد، ومنتج</a:t>
            </a:r>
          </a:p>
          <a:p>
            <a:r>
              <a:t>.مبني على حاجاته</a:t>
            </a:r>
          </a:p>
          <a:p>
            <a:r>
              <a:t>20%</a:t>
            </a:r>
          </a:p>
          <a:p>
            <a:r>
              <a:t>20%</a:t>
            </a:r>
          </a:p>
          <a:p>
            <a:r>
              <a:t>الموثوقية والسلامة العلمية</a:t>
            </a:r>
          </a:p>
          <a:p>
            <a:r>
              <a:t>مصادر معتمدة، ومدقق، ومكتب مراجعة</a:t>
            </a:r>
          </a:p>
          <a:p>
            <a:r>
              <a:t>.شرعية، ولا فتوى من النموذج</a:t>
            </a:r>
          </a:p>
          <a:p>
            <a:r>
              <a:t>15%</a:t>
            </a:r>
          </a:p>
          <a:p>
            <a:r>
              <a:t>15%</a:t>
            </a:r>
          </a:p>
          <a:p>
            <a:r>
              <a:t>توظيف الذكاء الاصطناعي وقيمته</a:t>
            </a:r>
          </a:p>
          <a:p>
            <a:r>
              <a:t>ذكاء مقَّي د بالمصادر يؤدي مهام محددة</a:t>
            </a:r>
          </a:p>
          <a:p>
            <a:r>
              <a:t>.تتحسن بوجوده</a:t>
            </a:r>
          </a:p>
          <a:p>
            <a:r>
              <a:t>15%</a:t>
            </a:r>
          </a:p>
          <a:p>
            <a:r>
              <a:t>15%</a:t>
            </a:r>
          </a:p>
          <a:p>
            <a:r>
              <a:t>قابلية التنفيذ</a:t>
            </a:r>
          </a:p>
          <a:p>
            <a:r>
              <a:t>،مبني ومنشور ويعمل: رابط حي، ومستودع</a:t>
            </a:r>
          </a:p>
          <a:p>
            <a:r>
              <a:t>.وفيديو</a:t>
            </a:r>
          </a:p>
          <a:p>
            <a:r>
              <a:t>15%</a:t>
            </a:r>
          </a:p>
          <a:p>
            <a:r>
              <a:t>15%</a:t>
            </a:r>
          </a:p>
          <a:p>
            <a:r>
              <a:t>الأصالة والقيمة المضافة</a:t>
            </a:r>
          </a:p>
          <a:p>
            <a:r>
              <a:t>مسار ومساعد وإنسان وأدوات يومية في تطبيق</a:t>
            </a:r>
          </a:p>
          <a:p>
            <a:r>
              <a:t>.واحد</a:t>
            </a:r>
          </a:p>
          <a:p>
            <a:r>
              <a:t>10%</a:t>
            </a:r>
          </a:p>
          <a:p>
            <a:r>
              <a:t>10%</a:t>
            </a:r>
          </a:p>
          <a:p>
            <a:r>
              <a:t>القدرة على التنفيذ وتغطية المهام</a:t>
            </a:r>
          </a:p>
          <a:p>
            <a:r>
              <a:t>فريق من أربعة يغطي المنصة والتصميم</a:t>
            </a:r>
          </a:p>
          <a:p>
            <a:r>
              <a:t>.والتع ّم والمعرفة</a:t>
            </a:r>
          </a:p>
          <a:p>
            <a:r>
              <a:t>رفيق02 /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المشكلة</a:t>
            </a:r>
          </a:p>
          <a:p>
            <a:r>
              <a:t>ُيتركون وحدهم يدخلون الإسلام بالآلاف، ثم</a:t>
            </a:r>
          </a:p>
          <a:p>
            <a:r>
              <a:t>.السنة الأولى أصعب السنوات: المحتوى الموثوق أغلبه بالعربية، وما بلغاتهم متف ّق ومتضارب، والمتابعة بعد يوم الإسلام ضعيفة</a:t>
            </a:r>
          </a:p>
          <a:p>
            <a:r>
              <a:t>347,646</a:t>
            </a:r>
          </a:p>
          <a:p>
            <a:r>
              <a:t>347,646</a:t>
            </a:r>
          </a:p>
          <a:p>
            <a:r>
              <a:t>مسل ًا جدي ًا في المملكة بين</a:t>
            </a:r>
          </a:p>
          <a:p>
            <a:r>
              <a:t> في163,319 ، منهم2023 و2019</a:t>
            </a:r>
          </a:p>
          <a:p>
            <a:r>
              <a:t> وحده2023</a:t>
            </a:r>
          </a:p>
          <a:p>
            <a:r>
              <a:t>43%</a:t>
            </a:r>
          </a:p>
          <a:p>
            <a:r>
              <a:t>43%</a:t>
            </a:r>
          </a:p>
          <a:p>
            <a:r>
              <a:t>أصبحوا وحيدين بعد أن أعلنوا</a:t>
            </a:r>
          </a:p>
          <a:p>
            <a:r>
              <a:t>إسلامهم لمن حولهم</a:t>
            </a:r>
          </a:p>
          <a:p>
            <a:r>
              <a:t>54%</a:t>
            </a:r>
          </a:p>
          <a:p>
            <a:r>
              <a:t>54%</a:t>
            </a:r>
          </a:p>
          <a:p>
            <a:r>
              <a:t>،لم يجدوا أجوبة عن أسئلتهم</a:t>
            </a:r>
          </a:p>
          <a:p>
            <a:r>
              <a:t>وتل ّى مثلهم معلومات خاطئة</a:t>
            </a:r>
          </a:p>
          <a:p>
            <a:r>
              <a:t>38%</a:t>
            </a:r>
          </a:p>
          <a:p>
            <a:r>
              <a:t>38%</a:t>
            </a:r>
          </a:p>
          <a:p>
            <a:r>
              <a:t>فقط وجدوا الإنترنت مفي ًا، مع</a:t>
            </a:r>
          </a:p>
          <a:p>
            <a:r>
              <a:t>أنه ثاني أكثر ما يلجؤون إليه</a:t>
            </a:r>
          </a:p>
          <a:p>
            <a:r>
              <a:t>.)2015(  مسل ًا جدي ًا114 )؛ استبانة مركز أصول على2024 المصادر: وزارة الشؤون الإسلامية (واس، يناير</a:t>
            </a:r>
          </a:p>
          <a:p>
            <a:r>
              <a:t>رفيق</a:t>
            </a:r>
          </a:p>
          <a:p>
            <a:r>
              <a:t> · المشكلة والجمهور25%</a:t>
            </a:r>
          </a:p>
          <a:p>
            <a:r>
              <a:t>03 /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ُنع رفيق</a:t>
            </a:r>
          </a:p>
          <a:p>
            <a:r>
              <a:t>لمن </a:t>
            </a:r>
          </a:p>
          <a:p>
            <a:r>
              <a:t>ثلاثة وجوه نراها في كل قرار</a:t>
            </a:r>
          </a:p>
          <a:p>
            <a:r>
              <a:t>.كل شاشة في رفيق جاءت من حاجة واحد منهم: لغة، أو وقت ضيق، أو خوف من أن ُكشف</a:t>
            </a:r>
          </a:p>
          <a:p>
            <a:r>
              <a:t>ج</a:t>
            </a:r>
          </a:p>
          <a:p>
            <a:r>
              <a:t>جوزيف</a:t>
            </a:r>
          </a:p>
          <a:p>
            <a:r>
              <a:t>،عامل وافد أسلم قبل أسابيع. لغته التاغالوغية</a:t>
            </a:r>
          </a:p>
          <a:p>
            <a:r>
              <a:t>اً</a:t>
            </a:r>
          </a:p>
          <a:p>
            <a:r>
              <a:t>ووقته ورصيد جواله محدودان. يحتاج درو</a:t>
            </a:r>
          </a:p>
          <a:p>
            <a:r>
              <a:t>.قصيرة بلغته تعمل دون اتصال</a:t>
            </a:r>
          </a:p>
          <a:p>
            <a:r>
              <a:t>د</a:t>
            </a:r>
          </a:p>
          <a:p>
            <a:r>
              <a:t>دانيال</a:t>
            </a:r>
          </a:p>
          <a:p>
            <a:r>
              <a:t>.أسلم عبر الإنترنت ولا يعرف مسل ًا في مدينته</a:t>
            </a:r>
          </a:p>
          <a:p>
            <a:r>
              <a:t>يحتاج إجابة يثق بمصدرها، وإنسا ًا يسأله حين</a:t>
            </a:r>
          </a:p>
          <a:p>
            <a:r>
              <a:t>.لا تكفي الشاشة</a:t>
            </a:r>
          </a:p>
          <a:p>
            <a:r>
              <a:t>ل</a:t>
            </a:r>
          </a:p>
          <a:p>
            <a:r>
              <a:t>ليلى</a:t>
            </a:r>
          </a:p>
          <a:p>
            <a:r>
              <a:t>أسلمت وتخفي إسلامها عن أسرتها. تحتاج</a:t>
            </a:r>
          </a:p>
          <a:p>
            <a:r>
              <a:t>،تطبي ًا لا يكشفها: وض ًا خف ًا، وخرو ًا سري ًا</a:t>
            </a:r>
          </a:p>
          <a:p>
            <a:r>
              <a:t>.وطري ًا آم ًا إلى من يعينها</a:t>
            </a:r>
          </a:p>
          <a:p>
            <a:r>
              <a:t>رفيق</a:t>
            </a:r>
          </a:p>
          <a:p>
            <a:r>
              <a:t> · المشكلة والجمهور25%</a:t>
            </a:r>
          </a:p>
          <a:p>
            <a:r>
              <a:t>04 /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الحل</a:t>
            </a:r>
          </a:p>
          <a:p>
            <a:r>
              <a:t>مسار، ومساعد، وإنسان في تطبيق واحد :رفيق</a:t>
            </a:r>
          </a:p>
          <a:p>
            <a:r>
              <a:t>.تطبيق ويب ُث َّب ت على أي جوال دون متجر، يعمل دون حساب ودون اتصال، بالعربية والإنجليزية والتاغالوغية</a:t>
            </a:r>
          </a:p>
          <a:p>
            <a:r>
              <a:t>١</a:t>
            </a:r>
          </a:p>
          <a:p>
            <a:r>
              <a:t>يتع ّم</a:t>
            </a:r>
          </a:p>
          <a:p>
            <a:r>
              <a:t>مسار متدّر ج من دروس قصيرة</a:t>
            </a:r>
          </a:p>
          <a:p>
            <a:r>
              <a:t>وتمارين، يبدأ من الشهادتين</a:t>
            </a:r>
          </a:p>
          <a:p>
            <a:r>
              <a:t>.والوضوء والصلاة</a:t>
            </a:r>
          </a:p>
          <a:p>
            <a:r>
              <a:t>٢</a:t>
            </a:r>
          </a:p>
          <a:p>
            <a:r>
              <a:t>يسأل</a:t>
            </a:r>
          </a:p>
          <a:p>
            <a:r>
              <a:t>مساعد يجيب من المصادر</a:t>
            </a:r>
          </a:p>
          <a:p>
            <a:r>
              <a:t>المعتمدة وحدها، ويعرض</a:t>
            </a:r>
          </a:p>
          <a:p>
            <a:r>
              <a:t>.مصدر كل إجابة</a:t>
            </a:r>
          </a:p>
          <a:p>
            <a:r>
              <a:t>٣</a:t>
            </a:r>
          </a:p>
          <a:p>
            <a:r>
              <a:t>ُرا َق</a:t>
            </a:r>
          </a:p>
          <a:p>
            <a:r>
              <a:t>،زر «أريد إنسا ًا» في كل شاشة</a:t>
            </a:r>
          </a:p>
          <a:p>
            <a:r>
              <a:t>.يصله بمرشد من جنسه وبلغته</a:t>
            </a:r>
          </a:p>
          <a:p>
            <a:r>
              <a:t>٤</a:t>
            </a:r>
          </a:p>
          <a:p>
            <a:r>
              <a:t>يعيش يومه</a:t>
            </a:r>
          </a:p>
          <a:p>
            <a:r>
              <a:t>مواقيت الصلاة والقبلة والأذكار</a:t>
            </a:r>
          </a:p>
          <a:p>
            <a:r>
              <a:t>والقرآن، محسوبة ومحفوظة</a:t>
            </a:r>
          </a:p>
          <a:p>
            <a:r>
              <a:t>.على جهازه</a:t>
            </a:r>
          </a:p>
          <a:p>
            <a:r>
              <a:t>رفيق</a:t>
            </a:r>
          </a:p>
          <a:p>
            <a:r>
              <a:t> · المشكلة والجمهور25%</a:t>
            </a:r>
          </a:p>
          <a:p>
            <a:r>
              <a:t>05 /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آلية العمل</a:t>
            </a:r>
          </a:p>
          <a:p>
            <a:r>
              <a:t>رحلة واحدة من أول فتح إلى المتابعة</a:t>
            </a:r>
          </a:p>
          <a:p>
            <a:r>
              <a:t>.كل خطوة تقود إلى التي بعدها، والإنسان حاضر في كل مرحلة</a:t>
            </a:r>
          </a:p>
          <a:p>
            <a:r>
              <a:t>1</a:t>
            </a:r>
          </a:p>
          <a:p>
            <a:r>
              <a:t>ترحيب</a:t>
            </a:r>
          </a:p>
          <a:p>
            <a:r>
              <a:t>يختار لغته، ويبدأ دون</a:t>
            </a:r>
          </a:p>
          <a:p>
            <a:r>
              <a:t>حساب ودون أي سؤال</a:t>
            </a:r>
          </a:p>
          <a:p>
            <a:r>
              <a:t>شخصي</a:t>
            </a:r>
          </a:p>
          <a:p>
            <a:r>
              <a:t>2</a:t>
            </a:r>
          </a:p>
          <a:p>
            <a:r>
              <a:t>مسار متدّر ج</a:t>
            </a:r>
          </a:p>
          <a:p>
            <a:r>
              <a:t>الخطوة التالية أمامه</a:t>
            </a:r>
          </a:p>
          <a:p>
            <a:r>
              <a:t>دائ ًا، ودرس في دقائق</a:t>
            </a:r>
          </a:p>
          <a:p>
            <a:r>
              <a:t>3</a:t>
            </a:r>
          </a:p>
          <a:p>
            <a:r>
              <a:t>»تمرين و«لماذا؟</a:t>
            </a:r>
          </a:p>
          <a:p>
            <a:r>
              <a:t>الخطأ آمن، وشر ح سببه</a:t>
            </a:r>
          </a:p>
          <a:p>
            <a:r>
              <a:t>بلغته من النص المعتمد</a:t>
            </a:r>
          </a:p>
          <a:p>
            <a:r>
              <a:t>4</a:t>
            </a:r>
          </a:p>
          <a:p>
            <a:r>
              <a:t>مراجعة تك ّفية</a:t>
            </a:r>
          </a:p>
          <a:p>
            <a:r>
              <a:t>يعود إليه ما لم يتقنه، بعد</a:t>
            </a:r>
          </a:p>
          <a:p>
            <a:r>
              <a:t>أيام ثم أسابيع</a:t>
            </a:r>
          </a:p>
          <a:p>
            <a:r>
              <a:t>5</a:t>
            </a:r>
          </a:p>
          <a:p>
            <a:r>
              <a:t>سؤال</a:t>
            </a:r>
          </a:p>
          <a:p>
            <a:r>
              <a:t>يسأل بلغته في أي لحظة</a:t>
            </a:r>
          </a:p>
          <a:p>
            <a:r>
              <a:t>6</a:t>
            </a:r>
          </a:p>
          <a:p>
            <a:r>
              <a:t>إجابة مو ّقة أو</a:t>
            </a:r>
          </a:p>
          <a:p>
            <a:r>
              <a:t>إنسان</a:t>
            </a:r>
          </a:p>
          <a:p>
            <a:r>
              <a:t>إجابة بمصدرها، أو طريق</a:t>
            </a:r>
          </a:p>
          <a:p>
            <a:r>
              <a:t>مباشر إلى مرشد</a:t>
            </a:r>
          </a:p>
          <a:p>
            <a:r>
              <a:t>يعمل دون اتصال</a:t>
            </a:r>
          </a:p>
          <a:p>
            <a:r>
              <a:t>ما فتحه من المسار يبقى معه، ومعه المواقيت</a:t>
            </a:r>
          </a:p>
          <a:p>
            <a:r>
              <a:t>.والأذكار</a:t>
            </a:r>
          </a:p>
          <a:p>
            <a:r>
              <a:t>الحساب اختياري</a:t>
            </a:r>
          </a:p>
          <a:p>
            <a:r>
              <a:t>ُعرض بهدوء بعد أول درس، وينتقل إليه</a:t>
            </a:r>
          </a:p>
          <a:p>
            <a:r>
              <a:t>.تق ّمه</a:t>
            </a:r>
          </a:p>
          <a:p>
            <a:r>
              <a:t>الخطر أو ًا</a:t>
            </a:r>
          </a:p>
          <a:p>
            <a:r>
              <a:t>ما يدل على خطر يصل إلى إنسان فوًرا، قبل أي</a:t>
            </a:r>
          </a:p>
          <a:p>
            <a:r>
              <a:t>.نموذج</a:t>
            </a:r>
          </a:p>
          <a:p>
            <a:r>
              <a:t>رفيق</a:t>
            </a:r>
          </a:p>
          <a:p>
            <a:r>
              <a:t> · المشكلة والجمهور25%</a:t>
            </a:r>
          </a:p>
          <a:p>
            <a:r>
              <a:t>06 /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المتع ّم · المسار</a:t>
            </a:r>
          </a:p>
          <a:p>
            <a:r>
              <a:t>ما خطوته التالية يعرف دائ ًا</a:t>
            </a:r>
          </a:p>
          <a:p>
            <a:r>
              <a:t>.رئيسية مر ّبة تضع الدرس القادم أو ًا، ثم ما يحتاجه في يومه</a:t>
            </a:r>
          </a:p>
          <a:p>
            <a:r>
              <a:t>مسار من وحدات ودروس</a:t>
            </a:r>
          </a:p>
          <a:p>
            <a:r>
              <a:t>يبدأ من مستواه</a:t>
            </a:r>
          </a:p>
          <a:p>
            <a:r>
              <a:t>مراجعة تتك ّف معه</a:t>
            </a:r>
          </a:p>
          <a:p>
            <a:r>
              <a:t>رئيسية ُرَّت ب له</a:t>
            </a:r>
          </a:p>
          <a:p>
            <a:r>
              <a:t>البداية: اللغة وحدها</a:t>
            </a:r>
          </a:p>
          <a:p>
            <a:r>
              <a:t>الرئيسية المر ّبة</a:t>
            </a:r>
          </a:p>
          <a:p>
            <a:r>
              <a:t>اً</a:t>
            </a:r>
          </a:p>
          <a:p>
            <a:r>
              <a:t>ست وحدات وخمسة وعشرون در</a:t>
            </a:r>
          </a:p>
          <a:p>
            <a:r>
              <a:t>يبدأ بالشهادتين ثم الوضوء والصلاة</a:t>
            </a:r>
          </a:p>
          <a:p>
            <a:r>
              <a:t>درس قصير ُنجز في دقائق</a:t>
            </a:r>
          </a:p>
          <a:p>
            <a:r>
              <a:t>اختبار تحديد مستوى اختياري</a:t>
            </a:r>
          </a:p>
          <a:p>
            <a:r>
              <a:t>يفتح له الوحدة المناسبة</a:t>
            </a:r>
          </a:p>
          <a:p>
            <a:r>
              <a:t>لا يعيد ما يعرفه</a:t>
            </a:r>
          </a:p>
          <a:p>
            <a:r>
              <a:t>تختار أضعف أهدافه</a:t>
            </a:r>
          </a:p>
          <a:p>
            <a:r>
              <a:t> يو ًا30  أيام ثم7 تعود بعد</a:t>
            </a:r>
          </a:p>
          <a:p>
            <a:r>
              <a:t>جلسة قصيرة متى شاء</a:t>
            </a:r>
          </a:p>
          <a:p>
            <a:r>
              <a:t>الخطوة التالية أو ًا</a:t>
            </a:r>
          </a:p>
          <a:p>
            <a:r>
              <a:t>«يومي»: الصلاة والأذكار والقرآن</a:t>
            </a:r>
          </a:p>
          <a:p>
            <a:r>
              <a:t>بطاقة اليوم واسأل رفيق</a:t>
            </a:r>
          </a:p>
          <a:p>
            <a:r>
              <a:t>رفيق</a:t>
            </a:r>
          </a:p>
          <a:p>
            <a:r>
              <a:t> · المشكلة والجمهور25%</a:t>
            </a:r>
          </a:p>
          <a:p>
            <a:r>
              <a:t>07 /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المتع ّم · الدرس</a:t>
            </a:r>
          </a:p>
          <a:p>
            <a:r>
              <a:t>م بالفعل، والخطأ آمن</a:t>
            </a:r>
          </a:p>
          <a:p>
            <a:r>
              <a:t>لّ</a:t>
            </a:r>
          </a:p>
          <a:p>
            <a:r>
              <a:t>يتع</a:t>
            </a:r>
          </a:p>
          <a:p>
            <a:r>
              <a:t>.بطاقات قصيرة ثم تمارين، وكل نص شرعي بلفظه ومعناه ومصدره</a:t>
            </a:r>
          </a:p>
          <a:p>
            <a:r>
              <a:t>بطاقات الآيات</a:t>
            </a:r>
          </a:p>
          <a:p>
            <a:r>
              <a:t>ثلاثة أنواع من التمارين</a:t>
            </a:r>
          </a:p>
          <a:p>
            <a:r>
              <a:t>»«لماذا؟</a:t>
            </a:r>
          </a:p>
          <a:p>
            <a:r>
              <a:t>المو ّه التعليمي</a:t>
            </a:r>
          </a:p>
          <a:p>
            <a:r>
              <a:t>آية بمعناها وتلاوتها</a:t>
            </a:r>
          </a:p>
          <a:p>
            <a:r>
              <a:t>تمرين بعد البطاقات</a:t>
            </a:r>
          </a:p>
          <a:p>
            <a:r>
              <a:t>الآية بخط المصحف</a:t>
            </a:r>
          </a:p>
          <a:p>
            <a:r>
              <a:t>معناها بلغته من ترجمة معتمدة</a:t>
            </a:r>
          </a:p>
          <a:p>
            <a:r>
              <a:t>تلاوتها بضغطة</a:t>
            </a:r>
          </a:p>
          <a:p>
            <a:r>
              <a:t>بعد كل مجموعة بطاقات</a:t>
            </a:r>
          </a:p>
          <a:p>
            <a:r>
              <a:t>يرى الصواب وسببه</a:t>
            </a:r>
          </a:p>
          <a:p>
            <a:r>
              <a:t>السؤال الخاطئ يعود لاح ًا</a:t>
            </a:r>
          </a:p>
          <a:p>
            <a:r>
              <a:t>شرح بلغته لسبب خطئه</a:t>
            </a:r>
          </a:p>
          <a:p>
            <a:r>
              <a:t>من نص البطاقة المعتمدة وحده</a:t>
            </a:r>
          </a:p>
          <a:p>
            <a:r>
              <a:t>ُفحص قبل أن ُعرض</a:t>
            </a:r>
          </a:p>
          <a:p>
            <a:r>
              <a:t>رسالة قصيرة بعد كل درس</a:t>
            </a:r>
          </a:p>
          <a:p>
            <a:r>
              <a:t>ما أتقنه وما يراجعه</a:t>
            </a:r>
          </a:p>
          <a:p>
            <a:r>
              <a:t>وخطوته التالية</a:t>
            </a:r>
          </a:p>
          <a:p>
            <a:r>
              <a:t>رفيق</a:t>
            </a:r>
          </a:p>
          <a:p>
            <a:r>
              <a:t> · المشكلة والجمهور25%</a:t>
            </a:r>
          </a:p>
          <a:p>
            <a:r>
              <a:t>08 /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المتع ّم · التفاصيل الصغيرة</a:t>
            </a:r>
          </a:p>
          <a:p>
            <a:r>
              <a:t>تصنع الفرق تفاصيل صغيرة</a:t>
            </a:r>
          </a:p>
          <a:p>
            <a:r>
              <a:t>.ما يجعل التع ّم في رفيق لطي ًا ودقي ًا: كل تفصيل له سبب تربوي</a:t>
            </a:r>
          </a:p>
          <a:p>
            <a:r>
              <a:t>اختبار تحديد المستوى</a:t>
            </a:r>
          </a:p>
          <a:p>
            <a:r>
              <a:t>شاشة الخطأ</a:t>
            </a:r>
          </a:p>
          <a:p>
            <a:r>
              <a:t>إتقان الأهداف</a:t>
            </a:r>
          </a:p>
          <a:p>
            <a:r>
              <a:t>يكمل من حيث توقف</a:t>
            </a:r>
          </a:p>
          <a:p>
            <a:r>
              <a:t>الجزء المقتبس من الآية</a:t>
            </a:r>
          </a:p>
          <a:p>
            <a:r>
              <a:t>احتفال بالإنجاز</a:t>
            </a:r>
          </a:p>
          <a:p>
            <a:r>
              <a:t>ستة أسئلة على الأكثر</a:t>
            </a:r>
          </a:p>
          <a:p>
            <a:r>
              <a:t>يتوقف حين يعرف مستواه</a:t>
            </a:r>
          </a:p>
          <a:p>
            <a:r>
              <a:t>يتخطاه من شاء</a:t>
            </a:r>
          </a:p>
          <a:p>
            <a:r>
              <a:t>ُبقي إجابته أمامه</a:t>
            </a:r>
          </a:p>
          <a:p>
            <a:r>
              <a:t>وتع ّم الإجابة الصحيحة</a:t>
            </a:r>
          </a:p>
          <a:p>
            <a:r>
              <a:t>ثم يعود السؤال بترتيب جديد</a:t>
            </a:r>
          </a:p>
          <a:p>
            <a:r>
              <a:t>لكل درس أهداف تع ّمية</a:t>
            </a:r>
          </a:p>
          <a:p>
            <a:r>
              <a:t>يتابع رفيق إتقان كل هدف</a:t>
            </a:r>
          </a:p>
          <a:p>
            <a:r>
              <a:t>والمراجعة تبدأ بأضعفها بعد الانقطاع</a:t>
            </a:r>
          </a:p>
          <a:p>
            <a:r>
              <a:t>يعود إلى النقطة نفسها في الدرس</a:t>
            </a:r>
          </a:p>
          <a:p>
            <a:r>
              <a:t>الدرس يكتمل دون اتصال</a:t>
            </a:r>
          </a:p>
          <a:p>
            <a:r>
              <a:t>وإتمامه ُرسل حين يعود الاتصال</a:t>
            </a:r>
          </a:p>
          <a:p>
            <a:r>
              <a:t>ُبرز الجزء المستشهد به</a:t>
            </a:r>
          </a:p>
          <a:p>
            <a:r>
              <a:t>والآية كاملة بنصها من قاعدة البيانات</a:t>
            </a:r>
          </a:p>
          <a:p>
            <a:r>
              <a:t>ومعها تلاوتها ومعناها</a:t>
            </a:r>
          </a:p>
          <a:p>
            <a:r>
              <a:t>شاشة احتفال عند إتمام الدرس والوحدة</a:t>
            </a:r>
          </a:p>
          <a:p>
            <a:r>
              <a:t>وسام الوحدة باسمها</a:t>
            </a:r>
          </a:p>
          <a:p>
            <a:r>
              <a:t>وبتلة جديدة في زهرته</a:t>
            </a:r>
          </a:p>
          <a:p>
            <a:r>
              <a:t>رفيق</a:t>
            </a:r>
          </a:p>
          <a:p>
            <a:r>
              <a:t> · المشكلة والجمهور25%</a:t>
            </a:r>
          </a:p>
          <a:p>
            <a:r>
              <a:t>09 /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اسأل رفيق</a:t>
            </a:r>
          </a:p>
          <a:p>
            <a:r>
              <a:t>معها مصدرها، أو طريق إلى إنسان إجابة</a:t>
            </a:r>
          </a:p>
          <a:p>
            <a:r>
              <a:t>يسأل بلغته، فيجيبه المساعد مما في المصادر المعتمدة، ويريه من أين جاءت كل</a:t>
            </a:r>
          </a:p>
          <a:p>
            <a:r>
              <a:t>.جملة</a:t>
            </a:r>
          </a:p>
          <a:p>
            <a:r>
              <a:t>من المصادر وحدها</a:t>
            </a:r>
          </a:p>
          <a:p>
            <a:r>
              <a:t>بحث حي</a:t>
            </a:r>
          </a:p>
          <a:p>
            <a:r>
              <a:t>إجابات معتمدة</a:t>
            </a:r>
          </a:p>
          <a:p>
            <a:r>
              <a:t>يعرف ح ّه</a:t>
            </a:r>
          </a:p>
          <a:p>
            <a:r>
              <a:t>كل إجابة معها مصدرها</a:t>
            </a:r>
          </a:p>
          <a:p>
            <a:r>
              <a:t>المكتبة والبحث في المصادر</a:t>
            </a:r>
          </a:p>
          <a:p>
            <a:r>
              <a:t>بطاقة مصدر مع كل إجابة</a:t>
            </a:r>
          </a:p>
          <a:p>
            <a:r>
              <a:t>نص الآية والحديث من قاعدة</a:t>
            </a:r>
          </a:p>
          <a:p>
            <a:r>
              <a:t>البيانات</a:t>
            </a:r>
          </a:p>
          <a:p>
            <a:r>
              <a:t>لا يكتب النموذج ن ًّص ا شرعًّي ا</a:t>
            </a:r>
          </a:p>
          <a:p>
            <a:r>
              <a:t>في مواقع الفتوى المعتمدة</a:t>
            </a:r>
          </a:p>
          <a:p>
            <a:r>
              <a:t>حين يحتاج السؤال أكثر من</a:t>
            </a:r>
          </a:p>
          <a:p>
            <a:r>
              <a:t>المفهرس</a:t>
            </a:r>
          </a:p>
          <a:p>
            <a:r>
              <a:t>ويذكر أين بحث</a:t>
            </a:r>
          </a:p>
          <a:p>
            <a:r>
              <a:t>للأسئلة الشائعة</a:t>
            </a:r>
          </a:p>
          <a:p>
            <a:r>
              <a:t>راجعها المراجع الشرعي</a:t>
            </a:r>
          </a:p>
          <a:p>
            <a:r>
              <a:t>تظهر فوًرا بثلاث لغات</a:t>
            </a:r>
          </a:p>
          <a:p>
            <a:r>
              <a:t>المسألة الشخصية ُحال إلى أهل</a:t>
            </a:r>
          </a:p>
          <a:p>
            <a:r>
              <a:t>العلم</a:t>
            </a:r>
          </a:p>
          <a:p>
            <a:r>
              <a:t>الخلافية ُعرض أقوالها دون ترجيح</a:t>
            </a:r>
          </a:p>
          <a:p>
            <a:r>
              <a:t>الخطر يصل إلى إنسان فوًرا</a:t>
            </a:r>
          </a:p>
          <a:p>
            <a:r>
              <a:t>رفيق</a:t>
            </a:r>
          </a:p>
          <a:p>
            <a:r>
              <a:t> · الذكاء الاصطناعي15%</a:t>
            </a:r>
          </a:p>
          <a:p>
            <a:r>
              <a:t>10 /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اسأل رفيق · ما بعد الإجابة</a:t>
            </a:r>
          </a:p>
          <a:p>
            <a:r>
              <a:t>بداية، لا نهاية الإجابة</a:t>
            </a:r>
          </a:p>
          <a:p>
            <a:r>
              <a:t>.رفيق يح ّل السؤال إلى تع ّم، ويبقي ما ينفع المتع ّم في يده</a:t>
            </a:r>
          </a:p>
          <a:p>
            <a:r>
              <a:t>تمرين سريع بعد الإجابة</a:t>
            </a:r>
          </a:p>
          <a:p>
            <a:r>
              <a:t>إجابات البداية</a:t>
            </a:r>
          </a:p>
          <a:p>
            <a:r>
              <a:t>الإجابات المحفوظة</a:t>
            </a:r>
          </a:p>
          <a:p>
            <a:r>
              <a:t>لوحة الخطر</a:t>
            </a:r>
          </a:p>
          <a:p>
            <a:r>
              <a:t>«أتحتاج إنسا ًا؟» من الدرس</a:t>
            </a:r>
          </a:p>
          <a:p>
            <a:r>
              <a:t>بطاقة اليوم والاستماع</a:t>
            </a:r>
          </a:p>
          <a:p>
            <a:r>
              <a:t>بإذن المتع ّم</a:t>
            </a:r>
          </a:p>
          <a:p>
            <a:r>
              <a:t>تمرين قصير ع ّا سأل عنه</a:t>
            </a:r>
          </a:p>
          <a:p>
            <a:r>
              <a:t>فيثبت ما فهمه</a:t>
            </a:r>
          </a:p>
          <a:p>
            <a:r>
              <a:t>أسئلة شائعة جاهزة</a:t>
            </a:r>
          </a:p>
          <a:p>
            <a:r>
              <a:t>اعتمدها المراجع الشرعي</a:t>
            </a:r>
          </a:p>
          <a:p>
            <a:r>
              <a:t>بثلاث لغات</a:t>
            </a:r>
          </a:p>
          <a:p>
            <a:r>
              <a:t>يحفظ الإجابة بمصادرها</a:t>
            </a:r>
          </a:p>
          <a:p>
            <a:r>
              <a:t>ويحفظ الآية والحديث</a:t>
            </a:r>
          </a:p>
          <a:p>
            <a:r>
              <a:t>ُقرأ دون اتصال</a:t>
            </a:r>
          </a:p>
          <a:p>
            <a:r>
              <a:t>تظهر قبل أي نموذج</a:t>
            </a:r>
          </a:p>
          <a:p>
            <a:r>
              <a:t>أرقام الطوارئ الرسمية في بلده</a:t>
            </a:r>
          </a:p>
          <a:p>
            <a:r>
              <a:t>وطلب عاجل إلى إنسان</a:t>
            </a:r>
          </a:p>
          <a:p>
            <a:r>
              <a:t>زر في كل درس</a:t>
            </a:r>
          </a:p>
          <a:p>
            <a:r>
              <a:t>يصله بمرشد</a:t>
            </a:r>
          </a:p>
          <a:p>
            <a:r>
              <a:t>دون أن يغادر مكانه</a:t>
            </a:r>
          </a:p>
          <a:p>
            <a:r>
              <a:t>آية أو حديث قصير كل يوم</a:t>
            </a:r>
          </a:p>
          <a:p>
            <a:r>
              <a:t>ق ّاء عدة، والآية المتل ّة ُبرز</a:t>
            </a:r>
          </a:p>
          <a:p>
            <a:r>
              <a:t>ضغطة على آية تبدأ منها</a:t>
            </a:r>
          </a:p>
          <a:p>
            <a:r>
              <a:t>رفيق</a:t>
            </a:r>
          </a:p>
          <a:p>
            <a:r>
              <a:t> · الذكاء الاصطناعي15%</a:t>
            </a:r>
          </a:p>
          <a:p>
            <a:r>
              <a:t>11 /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الذكاء الاصطناعي · كيف يجيب</a:t>
            </a:r>
          </a:p>
          <a:p>
            <a:r>
              <a:t>تستطيع أن توقف الإجابة ست مراحل، وكل مرحلة</a:t>
            </a:r>
          </a:p>
          <a:p>
            <a:r>
              <a:t>.ق، وما لا يجتاز لا ُعرض</a:t>
            </a:r>
          </a:p>
          <a:p>
            <a:r>
              <a:t>قَّ</a:t>
            </a:r>
          </a:p>
          <a:p>
            <a:r>
              <a:t>الذكاء الاصطناعي في رفيق مقَّي د بالمصادر: يسترجع ثم يصوغ ثم ُد</a:t>
            </a:r>
          </a:p>
          <a:p>
            <a:r>
              <a:t>1</a:t>
            </a:r>
          </a:p>
          <a:p>
            <a:r>
              <a:t>فحص الخطر</a:t>
            </a:r>
          </a:p>
          <a:p>
            <a:r>
              <a:t>عبارات معتمدة بثلاث</a:t>
            </a:r>
          </a:p>
          <a:p>
            <a:r>
              <a:t>لغات، قبل أي نموذج</a:t>
            </a:r>
          </a:p>
          <a:p>
            <a:r>
              <a:t>2</a:t>
            </a:r>
          </a:p>
          <a:p>
            <a:r>
              <a:t>المو ّه</a:t>
            </a:r>
          </a:p>
          <a:p>
            <a:r>
              <a:t>،يص ّف السؤال: عام</a:t>
            </a:r>
          </a:p>
          <a:p>
            <a:r>
              <a:t>شخصي، خلافي، خار ج</a:t>
            </a:r>
          </a:p>
          <a:p>
            <a:r>
              <a:t>النطاق</a:t>
            </a:r>
          </a:p>
          <a:p>
            <a:r>
              <a:t>3</a:t>
            </a:r>
          </a:p>
          <a:p>
            <a:r>
              <a:t>الاسترجاع</a:t>
            </a:r>
          </a:p>
          <a:p>
            <a:r>
              <a:t>بحث دلالي ونصي في</a:t>
            </a:r>
          </a:p>
          <a:p>
            <a:r>
              <a:t>المصادر المعتمدة بلغة</a:t>
            </a:r>
          </a:p>
          <a:p>
            <a:r>
              <a:t>السائل</a:t>
            </a:r>
          </a:p>
          <a:p>
            <a:r>
              <a:t>4</a:t>
            </a:r>
          </a:p>
          <a:p>
            <a:r>
              <a:t>المؤلف</a:t>
            </a:r>
          </a:p>
          <a:p>
            <a:r>
              <a:t>يصوغ الإجابة من المقاطع</a:t>
            </a:r>
          </a:p>
          <a:p>
            <a:r>
              <a:t>وحدها، ويترك مكان الآية</a:t>
            </a:r>
          </a:p>
          <a:p>
            <a:r>
              <a:t>والحديث</a:t>
            </a:r>
          </a:p>
          <a:p>
            <a:r>
              <a:t>5</a:t>
            </a:r>
          </a:p>
          <a:p>
            <a:r>
              <a:t>المدقق</a:t>
            </a:r>
          </a:p>
          <a:p>
            <a:r>
              <a:t>سبعة فحوص آلية، ثم</a:t>
            </a:r>
          </a:p>
          <a:p>
            <a:r>
              <a:t>مطابقة كل جملة</a:t>
            </a:r>
          </a:p>
          <a:p>
            <a:r>
              <a:t>بمصدرها</a:t>
            </a:r>
          </a:p>
          <a:p>
            <a:r>
              <a:t>6</a:t>
            </a:r>
          </a:p>
          <a:p>
            <a:r>
              <a:t>العرض</a:t>
            </a:r>
          </a:p>
          <a:p>
            <a:r>
              <a:t>النص الشرعي من قاعدة</a:t>
            </a:r>
          </a:p>
          <a:p>
            <a:r>
              <a:t>البيانات، مع بطاقة</a:t>
            </a:r>
          </a:p>
          <a:p>
            <a:r>
              <a:t>المصدر</a:t>
            </a:r>
          </a:p>
          <a:p>
            <a:r>
              <a:t>G</a:t>
            </a:r>
          </a:p>
          <a:p>
            <a:r>
              <a:t>Gemma</a:t>
            </a:r>
          </a:p>
          <a:p>
            <a:r>
              <a:t>:OpenRouter  المفتوحة، عبرGoogle نماذج</a:t>
            </a:r>
          </a:p>
          <a:p>
            <a:r>
              <a:t>.للتصنيف وصياغة الإجابة وتدقيقها</a:t>
            </a:r>
          </a:p>
          <a:p>
            <a:r>
              <a:t>D</a:t>
            </a:r>
          </a:p>
          <a:p>
            <a:r>
              <a:t>DeepSeek</a:t>
            </a:r>
          </a:p>
          <a:p>
            <a:r>
              <a:t>نموذج احتياطي يتو ّى العمل تلقائ ًا، فتستمر</a:t>
            </a:r>
          </a:p>
          <a:p>
            <a:r>
              <a:t>.الخدمة</a:t>
            </a:r>
          </a:p>
          <a:p>
            <a:r>
              <a:t>B</a:t>
            </a:r>
          </a:p>
          <a:p>
            <a:r>
              <a:t>BGE-M3</a:t>
            </a:r>
          </a:p>
          <a:p>
            <a:r>
              <a:t>نموذج بحث متعدد اللغات يجد المقطع</a:t>
            </a:r>
          </a:p>
          <a:p>
            <a:r>
              <a:t>.المناسب بالعربية والإنجليزية والتاغالوغية</a:t>
            </a:r>
          </a:p>
          <a:p>
            <a:r>
              <a:t>رفيق</a:t>
            </a:r>
          </a:p>
          <a:p>
            <a:r>
              <a:t> · الذكاء الاصطناعي15%</a:t>
            </a:r>
          </a:p>
          <a:p>
            <a:r>
              <a:t>12 /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الذكاء الاصطناعي · في التع ّم</a:t>
            </a:r>
          </a:p>
          <a:p>
            <a:r>
              <a:t>م، ولا يعرف من هو</a:t>
            </a:r>
          </a:p>
          <a:p>
            <a:r>
              <a:t>لّ</a:t>
            </a:r>
          </a:p>
          <a:p>
            <a:r>
              <a:t>ذكاء يخدم المتع</a:t>
            </a:r>
          </a:p>
          <a:p>
            <a:r>
              <a:t>.مهام صغيرة محددة، لكل منها مدخل محدود وفاحص، ولا يدخل اسم ولا هوية في أي طلب</a:t>
            </a:r>
          </a:p>
          <a:p>
            <a:r>
              <a:t>؟</a:t>
            </a:r>
          </a:p>
          <a:p>
            <a:r>
              <a:t>»«لماذا؟</a:t>
            </a:r>
          </a:p>
          <a:p>
            <a:r>
              <a:t>يشرح سبب الخطأ بلغة المتع ّم</a:t>
            </a:r>
          </a:p>
          <a:p>
            <a:r>
              <a:t>من البطاقة المعتمدة، ونموذج</a:t>
            </a:r>
          </a:p>
          <a:p>
            <a:r>
              <a:t>.ثا ٍن يتأكد أنه لم يزد عليها</a:t>
            </a:r>
          </a:p>
          <a:p>
            <a:r>
              <a:t>←</a:t>
            </a:r>
          </a:p>
          <a:p>
            <a:r>
              <a:t>المو ّه التعليمي</a:t>
            </a:r>
          </a:p>
          <a:p>
            <a:r>
              <a:t>من مل ّص تع ّم بلا هوية، يقول</a:t>
            </a:r>
          </a:p>
          <a:p>
            <a:r>
              <a:t>له ما أتقنه وما يراجعه وما</a:t>
            </a:r>
          </a:p>
          <a:p>
            <a:r>
              <a:t>.يتع ّمه الآن</a:t>
            </a:r>
          </a:p>
          <a:p>
            <a:r>
              <a:t>⌂</a:t>
            </a:r>
          </a:p>
          <a:p>
            <a:r>
              <a:t>ترتيب الرئيسية</a:t>
            </a:r>
          </a:p>
          <a:p>
            <a:r>
              <a:t>ير ّب مك ّنات الرئيسية بحسب</a:t>
            </a:r>
          </a:p>
          <a:p>
            <a:r>
              <a:t>تق ّمه ووقت يومه، مرة في</a:t>
            </a:r>
          </a:p>
          <a:p>
            <a:r>
              <a:t>.اليوم</a:t>
            </a:r>
          </a:p>
          <a:p>
            <a:r>
              <a:t>↗</a:t>
            </a:r>
          </a:p>
          <a:p>
            <a:r>
              <a:t>من السؤال إلى الدرس</a:t>
            </a:r>
          </a:p>
          <a:p>
            <a:r>
              <a:t>،بإذنه، يربط سؤاله بهدف تع ّمي</a:t>
            </a:r>
          </a:p>
          <a:p>
            <a:r>
              <a:t>.فيقترح عليه الدرس المناسب</a:t>
            </a:r>
          </a:p>
          <a:p>
            <a:r>
              <a:t>بلا هوية</a:t>
            </a:r>
          </a:p>
          <a:p>
            <a:r>
              <a:t>لا اسم ولا مع ّف ولا سجل محادثة في طلبات</a:t>
            </a:r>
          </a:p>
          <a:p>
            <a:r>
              <a:t>.النماذج</a:t>
            </a:r>
          </a:p>
          <a:p>
            <a:r>
              <a:t>نص المستخدم بيانات</a:t>
            </a:r>
          </a:p>
          <a:p>
            <a:r>
              <a:t>.ل، لا تعليمات ُن َّف ذ</a:t>
            </a:r>
          </a:p>
          <a:p>
            <a:r>
              <a:t>لَّ</a:t>
            </a:r>
          </a:p>
          <a:p>
            <a:r>
              <a:t>ُعامل سؤاله ماد ًة ُح</a:t>
            </a:r>
          </a:p>
          <a:p>
            <a:r>
              <a:t>تكلفة مضبوطة</a:t>
            </a:r>
          </a:p>
          <a:p>
            <a:r>
              <a:t> للإجابة، وسقف إنفاق يومي0.0015$ قرابة</a:t>
            </a:r>
          </a:p>
          <a:p>
            <a:r>
              <a:t>.يحمي الميزانية</a:t>
            </a:r>
          </a:p>
          <a:p>
            <a:r>
              <a:t>رفيق</a:t>
            </a:r>
          </a:p>
          <a:p>
            <a:r>
              <a:t> · الذكاء الاصطناعي15%</a:t>
            </a:r>
          </a:p>
          <a:p>
            <a:r>
              <a:t>13 /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الموثوقية والسلامة العلمية</a:t>
            </a:r>
          </a:p>
          <a:p>
            <a:r>
              <a:t>لا يتجاوزها النموذج ست ضمانات</a:t>
            </a:r>
          </a:p>
          <a:p>
            <a:r>
              <a:t>.الموثوقية في رفيق بنية في المنتج، لا وعد في العرض</a:t>
            </a:r>
          </a:p>
          <a:p>
            <a:r>
              <a:t>١</a:t>
            </a:r>
          </a:p>
          <a:p>
            <a:r>
              <a:t>الإسناد إلى المصدر</a:t>
            </a:r>
          </a:p>
          <a:p>
            <a:r>
              <a:t>،كل إجابة ُصاغ من مقاطع معتمدة مسترجعة</a:t>
            </a:r>
          </a:p>
          <a:p>
            <a:r>
              <a:t>.و ُعرض معها بطاقات مصادرها</a:t>
            </a:r>
          </a:p>
          <a:p>
            <a:r>
              <a:t>٢</a:t>
            </a:r>
          </a:p>
          <a:p>
            <a:r>
              <a:t>المدقق</a:t>
            </a:r>
          </a:p>
          <a:p>
            <a:r>
              <a:t>سبعة فحوص آلية، ثم مطابقة كل جملة</a:t>
            </a:r>
          </a:p>
          <a:p>
            <a:r>
              <a:t>.بمصدرها. ما لا يجتاز لا ُعرض</a:t>
            </a:r>
          </a:p>
          <a:p>
            <a:r>
              <a:t>٣</a:t>
            </a:r>
          </a:p>
          <a:p>
            <a:r>
              <a:t>د</a:t>
            </a:r>
          </a:p>
          <a:p>
            <a:r>
              <a:t>لَّ</a:t>
            </a:r>
          </a:p>
          <a:p>
            <a:r>
              <a:t>النص الشرعي لا ُو</a:t>
            </a:r>
          </a:p>
          <a:p>
            <a:r>
              <a:t>الآية والحديث ُعرضان من قاعدة البيانات</a:t>
            </a:r>
          </a:p>
          <a:p>
            <a:r>
              <a:t>.بمع ّفهما، ولا يكتبهما نموذج</a:t>
            </a:r>
          </a:p>
          <a:p>
            <a:r>
              <a:t>٤</a:t>
            </a:r>
          </a:p>
          <a:p>
            <a:r>
              <a:t>لا فتوى من النموذج</a:t>
            </a:r>
          </a:p>
          <a:p>
            <a:r>
              <a:t>،المسألة الشخصية ُحال إلى أهل العلم</a:t>
            </a:r>
          </a:p>
          <a:p>
            <a:r>
              <a:t>.والخلافية ُعرض أقوالها دون ترجيح</a:t>
            </a:r>
          </a:p>
          <a:p>
            <a:r>
              <a:t>٥</a:t>
            </a:r>
          </a:p>
          <a:p>
            <a:r>
              <a:t>الخطر إلى إنسان</a:t>
            </a:r>
          </a:p>
          <a:p>
            <a:r>
              <a:t>عبارات الخطر ُكتشف قبل أي نموذج، فتظهر</a:t>
            </a:r>
          </a:p>
          <a:p>
            <a:r>
              <a:t>.أرقام الطوارئ ويصل الطلب إلى الفريق</a:t>
            </a:r>
          </a:p>
          <a:p>
            <a:r>
              <a:t>٦</a:t>
            </a:r>
          </a:p>
          <a:p>
            <a:r>
              <a:t>مراجعة شرعية واختبارات</a:t>
            </a:r>
          </a:p>
          <a:p>
            <a:r>
              <a:t>مكتب مراجع شرعي يعتمد المحتوى، وأكثر من</a:t>
            </a:r>
          </a:p>
          <a:p>
            <a:r>
              <a:t>. اختبار آلي يحرس القواعد1,100</a:t>
            </a:r>
          </a:p>
          <a:p>
            <a:r>
              <a:t>رفيق</a:t>
            </a:r>
          </a:p>
          <a:p>
            <a:r>
              <a:t> · الموثوقية20%</a:t>
            </a:r>
          </a:p>
          <a:p>
            <a:r>
              <a:t>14 /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المرافقة البشرية</a:t>
            </a:r>
          </a:p>
          <a:p>
            <a:r>
              <a:t>زر في كل شاشة :»«أريد إنسا ًا</a:t>
            </a:r>
          </a:p>
          <a:p>
            <a:r>
              <a:t>.رفيق لا يترك المسلم الجديد مع شاشة. الإنسان جزء من المنتج، لا خدمة جانبية</a:t>
            </a:r>
          </a:p>
          <a:p>
            <a:r>
              <a:t>إنسان من جنسه وبلغته</a:t>
            </a:r>
          </a:p>
          <a:p>
            <a:r>
              <a:t>مجموعات صغيرة</a:t>
            </a:r>
          </a:p>
          <a:p>
            <a:r>
              <a:t>إحالة إلى أهل العلم</a:t>
            </a:r>
          </a:p>
          <a:p>
            <a:r>
              <a:t>أمان المحادثة</a:t>
            </a:r>
          </a:p>
          <a:p>
            <a:r>
              <a:t>في الخطر</a:t>
            </a:r>
          </a:p>
          <a:p>
            <a:r>
              <a:t>دفتر خاص</a:t>
            </a:r>
          </a:p>
          <a:p>
            <a:r>
              <a:t>يختار موضوع طلبه</a:t>
            </a:r>
          </a:p>
          <a:p>
            <a:r>
              <a:t>يصل إلى مرشد من جنسه</a:t>
            </a:r>
          </a:p>
          <a:p>
            <a:r>
              <a:t>أو يختار مرشده بنفسه</a:t>
            </a:r>
          </a:p>
          <a:p>
            <a:r>
              <a:t>رفقة بلغته</a:t>
            </a:r>
          </a:p>
          <a:p>
            <a:r>
              <a:t>تحديات تع ّم جماعية</a:t>
            </a:r>
          </a:p>
          <a:p>
            <a:r>
              <a:t>بإشراف مرشد</a:t>
            </a:r>
          </a:p>
          <a:p>
            <a:r>
              <a:t>للمسألة الشخصية</a:t>
            </a:r>
          </a:p>
          <a:p>
            <a:r>
              <a:t>يتابعها المراجع الشرعي</a:t>
            </a:r>
          </a:p>
          <a:p>
            <a:r>
              <a:t>ويعود الجواب إليه</a:t>
            </a:r>
          </a:p>
          <a:p>
            <a:r>
              <a:t>لا تبادل لبيانات الاتصال</a:t>
            </a:r>
          </a:p>
          <a:p>
            <a:r>
              <a:t>تبليغ وحظر بضغطة</a:t>
            </a:r>
          </a:p>
          <a:p>
            <a:r>
              <a:t>من شاء تق ّم ليكون مرش ًا</a:t>
            </a:r>
          </a:p>
          <a:p>
            <a:r>
              <a:t>أرقام الطوارئ الرسمية في بلده</a:t>
            </a:r>
          </a:p>
          <a:p>
            <a:r>
              <a:t>تظهر حتى دون اتصال</a:t>
            </a:r>
          </a:p>
          <a:p>
            <a:r>
              <a:t>وطلب عاجل إلى الفريق</a:t>
            </a:r>
          </a:p>
          <a:p>
            <a:r>
              <a:t>يكتب فيه لنفسه</a:t>
            </a:r>
          </a:p>
          <a:p>
            <a:r>
              <a:t>لا يراه مرشد ولا فريق</a:t>
            </a:r>
          </a:p>
          <a:p>
            <a:r>
              <a:t>يبقى على جهازه</a:t>
            </a:r>
          </a:p>
          <a:p>
            <a:r>
              <a:t>رفيق</a:t>
            </a:r>
          </a:p>
          <a:p>
            <a:r>
              <a:t> · المشكلة والجمهور25%</a:t>
            </a:r>
          </a:p>
          <a:p>
            <a:r>
              <a:t>15 /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يومي</a:t>
            </a:r>
          </a:p>
          <a:p>
            <a:r>
              <a:t>محسوبة على جهازه ،عبادته اليومية</a:t>
            </a:r>
          </a:p>
          <a:p>
            <a:r>
              <a:t>.أدوات المسلم في يومه، بلا إعلانات ولا حساب، وموقعه لا يغادر الجهاز</a:t>
            </a:r>
          </a:p>
          <a:p>
            <a:r>
              <a:t>مواقيت الصلاة والقبلة</a:t>
            </a:r>
          </a:p>
          <a:p>
            <a:r>
              <a:t>الأذكار</a:t>
            </a:r>
          </a:p>
          <a:p>
            <a:r>
              <a:t>القرآن والمكتبة</a:t>
            </a:r>
          </a:p>
          <a:p>
            <a:r>
              <a:t>التقويم والعادات</a:t>
            </a:r>
          </a:p>
          <a:p>
            <a:r>
              <a:t>مواقيت اليوم</a:t>
            </a:r>
          </a:p>
          <a:p>
            <a:r>
              <a:t>أذكار الصباح والمساء</a:t>
            </a:r>
          </a:p>
          <a:p>
            <a:r>
              <a:t>ُحسب على الجهاز من مدينته</a:t>
            </a:r>
          </a:p>
          <a:p>
            <a:r>
              <a:t>قبلة ح ّة ترشده كيف يستدير</a:t>
            </a:r>
          </a:p>
          <a:p>
            <a:r>
              <a:t>تذكير محايد يختاره</a:t>
            </a:r>
          </a:p>
          <a:p>
            <a:r>
              <a:t>الصباح والمساء وبعد الصلاة والنوم</a:t>
            </a:r>
          </a:p>
          <a:p>
            <a:r>
              <a:t>ُعرض بحسب وقته</a:t>
            </a:r>
          </a:p>
          <a:p>
            <a:r>
              <a:t>بنصها ومعناها ومصدرهاً</a:t>
            </a:r>
          </a:p>
          <a:p>
            <a:r>
              <a:t>استماع بعدة ق ّاء، آي ً آي</a:t>
            </a:r>
          </a:p>
          <a:p>
            <a:r>
              <a:t>الآية المتل ّة ُبرز أمامه</a:t>
            </a:r>
          </a:p>
          <a:p>
            <a:r>
              <a:t>كتب ومقاطع معتمدة للمسلم</a:t>
            </a:r>
          </a:p>
          <a:p>
            <a:r>
              <a:t>الجديد</a:t>
            </a:r>
          </a:p>
          <a:p>
            <a:r>
              <a:t>التاريخ الهجري والمناسبات</a:t>
            </a:r>
          </a:p>
          <a:p>
            <a:r>
              <a:t>وضع رمضان</a:t>
            </a:r>
          </a:p>
          <a:p>
            <a:r>
              <a:t>عادات يتابعها لنفسه</a:t>
            </a:r>
          </a:p>
          <a:p>
            <a:r>
              <a:t>رفيق</a:t>
            </a:r>
          </a:p>
          <a:p>
            <a:r>
              <a:t> · المشكلة والجمهور25%</a:t>
            </a:r>
          </a:p>
          <a:p>
            <a:r>
              <a:t>16 /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التحفيز</a:t>
            </a:r>
          </a:p>
          <a:p>
            <a:r>
              <a:t>م، ولا يضع نقا ًا على العبادة</a:t>
            </a:r>
          </a:p>
          <a:p>
            <a:r>
              <a:t>لّ</a:t>
            </a:r>
          </a:p>
          <a:p>
            <a:r>
              <a:t>ز على التع</a:t>
            </a:r>
          </a:p>
          <a:p>
            <a:r>
              <a:t>فّ</a:t>
            </a:r>
          </a:p>
          <a:p>
            <a:r>
              <a:t>يح</a:t>
            </a:r>
          </a:p>
          <a:p>
            <a:r>
              <a:t>.قرار شرعي وتربوي في أصل المنتج: العبادة بين العبد وربه، والتحفيز للتع ّم وحده</a:t>
            </a:r>
          </a:p>
          <a:p>
            <a:r>
              <a:t>✦</a:t>
            </a:r>
          </a:p>
          <a:p>
            <a:r>
              <a:t>أيام التع ّم</a:t>
            </a:r>
          </a:p>
          <a:p>
            <a:r>
              <a:t>سلسلة متسامحة: تتوقف عند الانقطاع ولا</a:t>
            </a:r>
          </a:p>
          <a:p>
            <a:r>
              <a:t>.تلوم، وتكمل حين يعود</a:t>
            </a:r>
          </a:p>
          <a:p>
            <a:r>
              <a:t>★</a:t>
            </a:r>
          </a:p>
          <a:p>
            <a:r>
              <a:t>الأوسمة</a:t>
            </a:r>
          </a:p>
          <a:p>
            <a:r>
              <a:t>وسام لكل وحدة يت ّها، وأوسمة المداومة عند</a:t>
            </a:r>
          </a:p>
          <a:p>
            <a:r>
              <a:t>. يوم تع ّم66 و30 و7</a:t>
            </a:r>
          </a:p>
          <a:p>
            <a:r>
              <a:t>❀</a:t>
            </a:r>
          </a:p>
          <a:p>
            <a:r>
              <a:t>زهرة تكتمل</a:t>
            </a:r>
          </a:p>
          <a:p>
            <a:r>
              <a:t>زهرته تكسب بتلة مع كل وحدة ينهيها، حتى</a:t>
            </a:r>
          </a:p>
          <a:p>
            <a:r>
              <a:t>.تكتمل</a:t>
            </a:r>
          </a:p>
          <a:p>
            <a:r>
              <a:t>◆</a:t>
            </a:r>
          </a:p>
          <a:p>
            <a:r>
              <a:t>شاشات الاحتفال</a:t>
            </a:r>
          </a:p>
          <a:p>
            <a:r>
              <a:t>لحظة فر ح عند إتمام الدرس والوحدة ونيل</a:t>
            </a:r>
          </a:p>
          <a:p>
            <a:r>
              <a:t>.الوسام</a:t>
            </a:r>
          </a:p>
          <a:p>
            <a:r>
              <a:t>∞</a:t>
            </a:r>
          </a:p>
          <a:p>
            <a:r>
              <a:t>تحديات المجموعة</a:t>
            </a:r>
          </a:p>
          <a:p>
            <a:r>
              <a:t>يضعها المرشد لمجموعته، وهدفها تع ّم</a:t>
            </a:r>
          </a:p>
          <a:p>
            <a:r>
              <a:t>.مشترك لا سباق</a:t>
            </a:r>
          </a:p>
          <a:p>
            <a:r>
              <a:t>◔</a:t>
            </a:r>
          </a:p>
          <a:p>
            <a:r>
              <a:t>التذكير اللطيف</a:t>
            </a:r>
          </a:p>
          <a:p>
            <a:r>
              <a:t>في الوقت الذي يختاره المتع ّم، بنص محايد لا</a:t>
            </a:r>
          </a:p>
          <a:p>
            <a:r>
              <a:t>.يذكر الدين</a:t>
            </a:r>
          </a:p>
          <a:p>
            <a:r>
              <a:t>رفيق</a:t>
            </a:r>
          </a:p>
          <a:p>
            <a:r>
              <a:t> · الأصالة15%</a:t>
            </a:r>
          </a:p>
          <a:p>
            <a:r>
              <a:t>17 /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الخصوصية والأمان</a:t>
            </a:r>
          </a:p>
          <a:p>
            <a:r>
              <a:t>يخفي إسلامه مص ّم م لمن</a:t>
            </a:r>
          </a:p>
          <a:p>
            <a:r>
              <a:t>.المعتقد الديني بيانات حساسة، فنجمع أقل القليل، ونضع التحكم في يد صاحبه</a:t>
            </a:r>
          </a:p>
          <a:p>
            <a:r>
              <a:t>بلا حساب</a:t>
            </a:r>
          </a:p>
          <a:p>
            <a:r>
              <a:t>الوضع الخفي</a:t>
            </a:r>
          </a:p>
          <a:p>
            <a:r>
              <a:t>بياناته له</a:t>
            </a:r>
          </a:p>
          <a:p>
            <a:r>
              <a:t>ما لا نفعله</a:t>
            </a:r>
          </a:p>
          <a:p>
            <a:r>
              <a:t>الإشعارات والخصوصية</a:t>
            </a:r>
          </a:p>
          <a:p>
            <a:r>
              <a:t>حسابي: زائر بلا حساب</a:t>
            </a:r>
          </a:p>
          <a:p>
            <a:r>
              <a:t>كل التع ّم والأسئلة دون تسجيل</a:t>
            </a:r>
          </a:p>
          <a:p>
            <a:r>
              <a:t>الحساب اسم مستعار وكلمة مرور</a:t>
            </a:r>
          </a:p>
          <a:p>
            <a:r>
              <a:t>لا رقم جوال ولا اسم حقيقي</a:t>
            </a:r>
          </a:p>
          <a:p>
            <a:r>
              <a:t>»Notes« عنوان الصفحة يصبح</a:t>
            </a:r>
          </a:p>
          <a:p>
            <a:r>
              <a:t>إشعارات بلا اسم رفيق ولا كلمة</a:t>
            </a:r>
          </a:p>
          <a:p>
            <a:r>
              <a:t>دينية</a:t>
            </a:r>
          </a:p>
          <a:p>
            <a:r>
              <a:t>زر خروج سريع في كل شاشة</a:t>
            </a:r>
          </a:p>
          <a:p>
            <a:r>
              <a:t>نسخة من بياناته بضغطة</a:t>
            </a:r>
          </a:p>
          <a:p>
            <a:r>
              <a:t>تسجيل الخروج يمسح الجهاز</a:t>
            </a:r>
          </a:p>
          <a:p>
            <a:r>
              <a:t>سياسة خصوصية بلغته قبل أي</a:t>
            </a:r>
          </a:p>
          <a:p>
            <a:r>
              <a:t>بيان</a:t>
            </a:r>
          </a:p>
          <a:p>
            <a:r>
              <a:t>لا أدوات تت ّع ولا إعلانات</a:t>
            </a:r>
          </a:p>
          <a:p>
            <a:r>
              <a:t>الموقع لا يغادر الجهاز</a:t>
            </a:r>
          </a:p>
          <a:p>
            <a:r>
              <a:t>لا هوية في طلبات الذكاء الاصطناعي</a:t>
            </a:r>
          </a:p>
          <a:p>
            <a:r>
              <a:t>رفيق</a:t>
            </a:r>
          </a:p>
          <a:p>
            <a:r>
              <a:t> · الموثوقية20%</a:t>
            </a:r>
          </a:p>
          <a:p>
            <a:r>
              <a:t>18 /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تطبيق بلا متجر</a:t>
            </a:r>
          </a:p>
          <a:p>
            <a:r>
              <a:t>ُيثَّب ت بضغطة، ويعمل دون اتصال</a:t>
            </a:r>
          </a:p>
          <a:p>
            <a:r>
              <a:t>.تطبيق ويب تق ّمي: يفتح من الرابط على أي جوال أو حاسوب، ويصير تطبي ًا على الشاشة الرئيسية</a:t>
            </a:r>
          </a:p>
          <a:p>
            <a:r>
              <a:t>↓</a:t>
            </a:r>
          </a:p>
          <a:p>
            <a:r>
              <a:t>خفيف</a:t>
            </a:r>
          </a:p>
          <a:p>
            <a:r>
              <a:t>واجهة المتع ّم كلها أقل من</a:t>
            </a:r>
          </a:p>
          <a:p>
            <a:r>
              <a:t>،ميغابايت واحد مضغوطة</a:t>
            </a:r>
          </a:p>
          <a:p>
            <a:r>
              <a:t>والصوت والفيديو عند التشغيل</a:t>
            </a:r>
          </a:p>
          <a:p>
            <a:r>
              <a:t>.فقط</a:t>
            </a:r>
          </a:p>
          <a:p>
            <a:r>
              <a:t>⌁</a:t>
            </a:r>
          </a:p>
          <a:p>
            <a:r>
              <a:t>دون اتصال</a:t>
            </a:r>
          </a:p>
          <a:p>
            <a:r>
              <a:t>،يفتح في وضع الطيران: دروسه</a:t>
            </a:r>
          </a:p>
          <a:p>
            <a:r>
              <a:t>.والمواقيت، والأذكار، وما حفظه</a:t>
            </a:r>
          </a:p>
          <a:p>
            <a:r>
              <a:t>▤</a:t>
            </a:r>
          </a:p>
          <a:p>
            <a:r>
              <a:t>مركز التنزيلات</a:t>
            </a:r>
          </a:p>
          <a:p>
            <a:r>
              <a:t>يختار ما يبقى معه: وحدة، أو</a:t>
            </a:r>
          </a:p>
          <a:p>
            <a:r>
              <a:t>سورة، أو كتاب، ويرى حجم كل</a:t>
            </a:r>
          </a:p>
          <a:p>
            <a:r>
              <a:t>.منها</a:t>
            </a:r>
          </a:p>
          <a:p>
            <a:r>
              <a:t>◉</a:t>
            </a:r>
          </a:p>
          <a:p>
            <a:r>
              <a:t>إشعارات</a:t>
            </a:r>
          </a:p>
          <a:p>
            <a:r>
              <a:t>على الأندرويد والآيفون، مغلقة</a:t>
            </a:r>
          </a:p>
          <a:p>
            <a:r>
              <a:t>حتى يف ّلها، ومحايدة على شاشة</a:t>
            </a:r>
          </a:p>
          <a:p>
            <a:r>
              <a:t>.القفل</a:t>
            </a:r>
          </a:p>
          <a:p>
            <a:r>
              <a:t>ثلاث لغات</a:t>
            </a:r>
          </a:p>
          <a:p>
            <a:r>
              <a:t>العربية والإنجليزية والتاغالوغية، و ُعرض النص</a:t>
            </a:r>
          </a:p>
          <a:p>
            <a:r>
              <a:t>.العربي داخل الإنجليزي باتجاهه الصحيح</a:t>
            </a:r>
          </a:p>
          <a:p>
            <a:r>
              <a:t>دعوة هادئة إلى التثبيت</a:t>
            </a:r>
          </a:p>
          <a:p>
            <a:r>
              <a:t>بطاقة في الرئيسية ومدخل في «حسابي»، بطريقة</a:t>
            </a:r>
          </a:p>
          <a:p>
            <a:r>
              <a:t>.تناسب كل متصفح</a:t>
            </a:r>
          </a:p>
          <a:p>
            <a:r>
              <a:t>مظهره كما يحب</a:t>
            </a:r>
          </a:p>
          <a:p>
            <a:r>
              <a:t>فاتح أو داكن أو بحسب الجهاز، ورئيسية ير ّبها</a:t>
            </a:r>
          </a:p>
          <a:p>
            <a:r>
              <a:t>.الذكاء الاصطناعي</a:t>
            </a:r>
          </a:p>
          <a:p>
            <a:r>
              <a:t>رفيق</a:t>
            </a:r>
          </a:p>
          <a:p>
            <a:r>
              <a:t> · قابلية التنفيذ15%</a:t>
            </a:r>
          </a:p>
          <a:p>
            <a:r>
              <a:t>19 /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 من1 · خلف الستار</a:t>
            </a:r>
          </a:p>
          <a:p>
            <a:r>
              <a:t>لوحته لكل من يخدم المسلم الجديد</a:t>
            </a:r>
          </a:p>
          <a:p>
            <a:r>
              <a:t>.رفيق منظومة كاملة، لا واجهة متع ّم فقط</a:t>
            </a:r>
          </a:p>
          <a:p>
            <a:r>
              <a:t>لوحة المرشد</a:t>
            </a:r>
          </a:p>
          <a:p>
            <a:r>
              <a:t>متطوع</a:t>
            </a:r>
          </a:p>
          <a:p>
            <a:r>
              <a:t>صندوق الطلبات</a:t>
            </a:r>
          </a:p>
          <a:p>
            <a:r>
              <a:t>طلبات «أريد إنسا ًا» بلغته ومن جنسه، يقبلها ويرد</a:t>
            </a:r>
          </a:p>
          <a:p>
            <a:r>
              <a:t>من يرشدهم</a:t>
            </a:r>
          </a:p>
          <a:p>
            <a:r>
              <a:t>محادثاتهم، وتق ّم من أذن له برؤية تق ّمه وأوسمته</a:t>
            </a:r>
          </a:p>
          <a:p>
            <a:r>
              <a:t>المجموعات</a:t>
            </a:r>
          </a:p>
          <a:p>
            <a:r>
              <a:t>ينشئ مجموعته ويدير تحدياتها</a:t>
            </a:r>
          </a:p>
          <a:p>
            <a:r>
              <a:t>التوفر والحد</a:t>
            </a:r>
          </a:p>
          <a:p>
            <a:r>
              <a:t>أوقات توفره، وحد أعلى لعدد من يرشدهم</a:t>
            </a:r>
          </a:p>
          <a:p>
            <a:r>
              <a:t>قواعد المرشد</a:t>
            </a:r>
          </a:p>
          <a:p>
            <a:r>
              <a:t>يق ّ بها قبل أول محادثة</a:t>
            </a:r>
          </a:p>
          <a:p>
            <a:r>
              <a:t>مكتب المراجع الشرعي</a:t>
            </a:r>
          </a:p>
          <a:p>
            <a:r>
              <a:t>مراجع</a:t>
            </a:r>
          </a:p>
          <a:p>
            <a:r>
              <a:t>اعتماد المحتوى</a:t>
            </a:r>
          </a:p>
          <a:p>
            <a:r>
              <a:t>الدروس والبطاقات والإجابات الجاهزة: يعتمدها أو</a:t>
            </a:r>
          </a:p>
          <a:p>
            <a:r>
              <a:t>يعيدها</a:t>
            </a:r>
          </a:p>
          <a:p>
            <a:r>
              <a:t>عينات الق ّاء</a:t>
            </a:r>
          </a:p>
          <a:p>
            <a:r>
              <a:t>يستمع إلى كل قارئ قبل إتاحته</a:t>
            </a:r>
          </a:p>
          <a:p>
            <a:r>
              <a:t>»شروح «لماذا؟</a:t>
            </a:r>
          </a:p>
          <a:p>
            <a:r>
              <a:t>يراجع عينات مما كتبه النموذج</a:t>
            </a:r>
          </a:p>
          <a:p>
            <a:r>
              <a:t>نصوص التحديات</a:t>
            </a:r>
          </a:p>
          <a:p>
            <a:r>
              <a:t>يعتمد نصوص التحديات الجماعية</a:t>
            </a:r>
          </a:p>
          <a:p>
            <a:r>
              <a:t>المسائل المحالة</a:t>
            </a:r>
          </a:p>
          <a:p>
            <a:r>
              <a:t>يجيب ع ّا أحاله المساعد إلى أهل العلم</a:t>
            </a:r>
          </a:p>
          <a:p>
            <a:r>
              <a:t>رفيق</a:t>
            </a:r>
          </a:p>
          <a:p>
            <a:r>
              <a:t> · الموثوقية20%</a:t>
            </a:r>
          </a:p>
          <a:p>
            <a:r>
              <a:t>20 /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 من2 · خلف الستار</a:t>
            </a:r>
          </a:p>
          <a:p>
            <a:r>
              <a:t>ولا تعرف الأشخاص ،إدارة تعرف الأثر</a:t>
            </a:r>
          </a:p>
          <a:p>
            <a:r>
              <a:t>.مؤشرات مج ّعة بلا هوية، وصلاحيات محددة لكل دور</a:t>
            </a:r>
          </a:p>
          <a:p>
            <a:r>
              <a:t>الفريق والإدارة</a:t>
            </a:r>
          </a:p>
          <a:p>
            <a:r>
              <a:t>فريق رفيق</a:t>
            </a:r>
          </a:p>
          <a:p>
            <a:r>
              <a:t>المؤشرات</a:t>
            </a:r>
          </a:p>
          <a:p>
            <a:r>
              <a:t>التع ّم والأسئلة والعودة، مج ّعة دون هوية</a:t>
            </a:r>
          </a:p>
          <a:p>
            <a:r>
              <a:t>طابور البلاغات</a:t>
            </a:r>
          </a:p>
          <a:p>
            <a:r>
              <a:t>بلاغات المحادثات والطلبات العاجلة</a:t>
            </a:r>
          </a:p>
          <a:p>
            <a:r>
              <a:t>التغطية</a:t>
            </a:r>
          </a:p>
          <a:p>
            <a:r>
              <a:t>أين يتوفر مرشدون، وبأي لغة ولأي جنس</a:t>
            </a:r>
          </a:p>
          <a:p>
            <a:r>
              <a:t>المستخدمون</a:t>
            </a:r>
          </a:p>
          <a:p>
            <a:r>
              <a:t>الأدوار ورموز الدعوة</a:t>
            </a:r>
          </a:p>
          <a:p>
            <a:r>
              <a:t>ترائي الأهلة</a:t>
            </a:r>
          </a:p>
          <a:p>
            <a:r>
              <a:t>متابعة بدايات الأشهر الهجرية</a:t>
            </a:r>
          </a:p>
          <a:p>
            <a:r>
              <a:t>ّق الجهة الدعوية</a:t>
            </a:r>
          </a:p>
          <a:p>
            <a:r>
              <a:t>من</a:t>
            </a:r>
          </a:p>
          <a:p>
            <a:r>
              <a:t>مكتب دعوي</a:t>
            </a:r>
          </a:p>
          <a:p>
            <a:r>
              <a:t>رموز الانضمام</a:t>
            </a:r>
          </a:p>
          <a:p>
            <a:r>
              <a:t> لكل لغة، باسم الجهةQRرمز ورابط و</a:t>
            </a:r>
          </a:p>
          <a:p>
            <a:r>
              <a:t>مرشدو الجهة</a:t>
            </a:r>
          </a:p>
          <a:p>
            <a:r>
              <a:t>يعتمدهم ويدير توفرهم</a:t>
            </a:r>
          </a:p>
          <a:p>
            <a:r>
              <a:t>لوحة مج ّعة</a:t>
            </a:r>
          </a:p>
          <a:p>
            <a:r>
              <a:t>نشاط منسوبي الجهة، بلا بيانات فردية</a:t>
            </a:r>
          </a:p>
          <a:p>
            <a:r>
              <a:t>الخصوصية</a:t>
            </a:r>
          </a:p>
          <a:p>
            <a:r>
              <a:t>المتع ّم يفك ارتباطه بالجهة متى شاء</a:t>
            </a:r>
          </a:p>
          <a:p>
            <a:r>
              <a:t>رفيق</a:t>
            </a:r>
          </a:p>
          <a:p>
            <a:r>
              <a:t> · الفريق10%</a:t>
            </a:r>
          </a:p>
          <a:p>
            <a:r>
              <a:t>21 /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الموثوقية والمصادر</a:t>
            </a:r>
          </a:p>
          <a:p>
            <a:r>
              <a:t>مصدر وترخيص ومراجع كل نص له</a:t>
            </a:r>
          </a:p>
          <a:p>
            <a:r>
              <a:t>.سجل واحد في المستودع يو ّق كل مصدر: ما نأخذه منه، وكيف، وبأي ترخيص</a:t>
            </a:r>
          </a:p>
          <a:p>
            <a:r>
              <a:t>المصدر</a:t>
            </a:r>
          </a:p>
          <a:p>
            <a:r>
              <a:t>ما نأخذه</a:t>
            </a:r>
          </a:p>
          <a:p>
            <a:r>
              <a:t>QuranEncنص القرآن وترجمات معانيه المعتمدة</a:t>
            </a:r>
          </a:p>
          <a:p>
            <a:r>
              <a:t>HadeethEncالأحاديث بدرجتها وشرحها</a:t>
            </a:r>
          </a:p>
          <a:p>
            <a:r>
              <a:t>IslamHouseكتب ومقاطع المسلم الجديد، والتلاوات</a:t>
            </a:r>
          </a:p>
          <a:p>
            <a:r>
              <a:t>Quranpediaًتلاوات الق ّاء آي ً آي</a:t>
            </a:r>
          </a:p>
          <a:p>
            <a:r>
              <a:t>موقع ابن باز · الإسلام سؤال وجواب</a:t>
            </a:r>
          </a:p>
          <a:p>
            <a:r>
              <a:t>فتاوى وإجابات</a:t>
            </a:r>
          </a:p>
          <a:p>
            <a:r>
              <a:t>الحالة</a:t>
            </a:r>
          </a:p>
          <a:p>
            <a:r>
              <a:t>ما يفعله رفيقٍ</a:t>
            </a:r>
          </a:p>
          <a:p>
            <a:r>
              <a:t>لا مصدر كا</a:t>
            </a:r>
          </a:p>
          <a:p>
            <a:r>
              <a:t>يقول ذلك، ويقتر ح مرش ًا</a:t>
            </a:r>
          </a:p>
          <a:p>
            <a:r>
              <a:t>مسألة شخصية</a:t>
            </a:r>
          </a:p>
          <a:p>
            <a:r>
              <a:t>يحيلها إلى أهل العلم</a:t>
            </a:r>
          </a:p>
          <a:p>
            <a:r>
              <a:t>مسألة خلافية</a:t>
            </a:r>
          </a:p>
          <a:p>
            <a:r>
              <a:t>يعرض الأقوال دون ترجيح</a:t>
            </a:r>
          </a:p>
          <a:p>
            <a:r>
              <a:t>خطر على السائل</a:t>
            </a:r>
          </a:p>
          <a:p>
            <a:r>
              <a:t>إنسان وأرقام طوارئ فوًرا</a:t>
            </a:r>
          </a:p>
          <a:p>
            <a:r>
              <a:t>نص قرآن أو حديث</a:t>
            </a:r>
          </a:p>
          <a:p>
            <a:r>
              <a:t>من قاعدة البيانات، لا من النموذج</a:t>
            </a:r>
          </a:p>
          <a:p>
            <a:r>
              <a:t>رفيق</a:t>
            </a:r>
          </a:p>
          <a:p>
            <a:r>
              <a:t> · الموثوقية20%</a:t>
            </a:r>
          </a:p>
          <a:p>
            <a:r>
              <a:t>22 /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التقنيات والنتائج</a:t>
            </a:r>
          </a:p>
          <a:p>
            <a:r>
              <a:t>بنية بسيطة، وأرقام من التشغيل الفعلي</a:t>
            </a:r>
          </a:p>
          <a:p>
            <a:r>
              <a:t>.كل تحديث يمر بالاختبارات ثم ُنشر تلقائ ًا، مع فحص صحة وتراجع آلي</a:t>
            </a:r>
          </a:p>
          <a:p>
            <a:r>
              <a:t>◧</a:t>
            </a:r>
          </a:p>
          <a:p>
            <a:r>
              <a:t>الواجهة</a:t>
            </a:r>
          </a:p>
          <a:p>
            <a:r>
              <a:t>، تطبيقTypeScript  وReact</a:t>
            </a:r>
          </a:p>
          <a:p>
            <a:r>
              <a:t>،ويب تق ّمي يعمل دون اتصال</a:t>
            </a:r>
          </a:p>
          <a:p>
            <a:r>
              <a:t>.بنظام تصميم خاص</a:t>
            </a:r>
          </a:p>
          <a:p>
            <a:r>
              <a:t>⚙</a:t>
            </a:r>
          </a:p>
          <a:p>
            <a:r>
              <a:t>الخادم</a:t>
            </a:r>
          </a:p>
          <a:p>
            <a:r>
              <a:t>: مسار السؤالFastAPI</a:t>
            </a:r>
          </a:p>
          <a:p>
            <a:r>
              <a:t>.والتحقق، والتع ّم، والمرافقة</a:t>
            </a:r>
          </a:p>
          <a:p>
            <a:r>
              <a:t>▦</a:t>
            </a:r>
          </a:p>
          <a:p>
            <a:r>
              <a:t>البيانات</a:t>
            </a:r>
          </a:p>
          <a:p>
            <a:r>
              <a:t>:pgvector  وPostgreSQL</a:t>
            </a:r>
          </a:p>
          <a:p>
            <a:r>
              <a:t>المقاطع المعتمدة وفهرسها</a:t>
            </a:r>
          </a:p>
          <a:p>
            <a:r>
              <a:t>.الدلالي</a:t>
            </a:r>
          </a:p>
          <a:p>
            <a:r>
              <a:t>✧</a:t>
            </a:r>
          </a:p>
          <a:p>
            <a:r>
              <a:t>النماذج</a:t>
            </a:r>
          </a:p>
          <a:p>
            <a:r>
              <a:t> وDeepSeek  وGemma</a:t>
            </a:r>
          </a:p>
          <a:p>
            <a:r>
              <a:t>.OpenRouter  عبرBGE-M3</a:t>
            </a:r>
          </a:p>
          <a:p>
            <a:r>
              <a:t>14/14</a:t>
            </a:r>
          </a:p>
          <a:p>
            <a:r>
              <a:t>14/14</a:t>
            </a:r>
          </a:p>
          <a:p>
            <a:r>
              <a:t>جيب من المصادر</a:t>
            </a:r>
          </a:p>
          <a:p>
            <a:r>
              <a:t>أُ</a:t>
            </a:r>
          </a:p>
          <a:p>
            <a:r>
              <a:t>سؤا ًا عرب ًا </a:t>
            </a:r>
          </a:p>
          <a:p>
            <a:r>
              <a:t>في الموقع الحي</a:t>
            </a:r>
          </a:p>
          <a:p>
            <a:r>
              <a:t>9/9</a:t>
            </a:r>
          </a:p>
          <a:p>
            <a:r>
              <a:t>9/9</a:t>
            </a:r>
          </a:p>
          <a:p>
            <a:r>
              <a:t>تصنيف صحيح لنوع السؤال في</a:t>
            </a:r>
          </a:p>
          <a:p>
            <a:r>
              <a:t>اختبار المو ّه</a:t>
            </a:r>
          </a:p>
          <a:p>
            <a:r>
              <a:t>$0.0015</a:t>
            </a:r>
          </a:p>
          <a:p>
            <a:r>
              <a:t>$0.0015</a:t>
            </a:r>
          </a:p>
          <a:p>
            <a:r>
              <a:t> إلى9 تكلفة الإجابة الواحدة، في</a:t>
            </a:r>
          </a:p>
          <a:p>
            <a:r>
              <a:t> ثانية15</a:t>
            </a:r>
          </a:p>
          <a:p>
            <a:r>
              <a:t>+1,100</a:t>
            </a:r>
          </a:p>
          <a:p>
            <a:r>
              <a:t>+1,100</a:t>
            </a:r>
          </a:p>
          <a:p>
            <a:r>
              <a:t>اختبار آلي ناجح يحرس القواعد</a:t>
            </a:r>
          </a:p>
          <a:p>
            <a:r>
              <a:t>رفيق</a:t>
            </a:r>
          </a:p>
          <a:p>
            <a:r>
              <a:t> · قابلية التنفيذ15%</a:t>
            </a:r>
          </a:p>
          <a:p>
            <a:r>
              <a:t>23 /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القيمة المضافة والاستمرار</a:t>
            </a:r>
          </a:p>
          <a:p>
            <a:r>
              <a:t>لا يجتمع في غيره ما يجمعه رفيق</a:t>
            </a:r>
          </a:p>
          <a:p>
            <a:r>
              <a:t>.مسار تع ّمي، ومساعد مو ّق، ومرشد بشري، وأدوات يومية، بثلاث لغات، في تطبيق واحد</a:t>
            </a:r>
          </a:p>
          <a:p>
            <a:r>
              <a:t>مقابل محادثة ذكاء اصطناعي</a:t>
            </a:r>
          </a:p>
          <a:p>
            <a:r>
              <a:t>عامة</a:t>
            </a:r>
          </a:p>
          <a:p>
            <a:r>
              <a:t>مصدر معروف لكل جملة، ونص شرعي لا يكتبه</a:t>
            </a:r>
          </a:p>
          <a:p>
            <a:r>
              <a:t>.نموذج، وإنسان عند الحاجة</a:t>
            </a:r>
          </a:p>
          <a:p>
            <a:r>
              <a:t>مقابل الكت ّبات والمواقع</a:t>
            </a:r>
          </a:p>
          <a:p>
            <a:r>
              <a:t>،تدّر ج يعرف مستواه، ومراجعة تتك ّف معه</a:t>
            </a:r>
          </a:p>
          <a:p>
            <a:r>
              <a:t>.وبلغته</a:t>
            </a:r>
          </a:p>
          <a:p>
            <a:r>
              <a:t>مقابل وسائل التواصل</a:t>
            </a:r>
          </a:p>
          <a:p>
            <a:r>
              <a:t>،محتوى معتمد، ومرشد موثوق من جنسه</a:t>
            </a:r>
          </a:p>
          <a:p>
            <a:r>
              <a:t>.وخصوصية تحميه</a:t>
            </a:r>
          </a:p>
          <a:p>
            <a:r>
              <a:t>لغات جديدة</a:t>
            </a:r>
          </a:p>
          <a:p>
            <a:r>
              <a:t>،المصادر المعتمدة تتيح عشرات اللغات</a:t>
            </a:r>
          </a:p>
          <a:p>
            <a:r>
              <a:t>.والبنية نفسها تستقبلها</a:t>
            </a:r>
          </a:p>
          <a:p>
            <a:r>
              <a:t>عبر الجهات الدعوية</a:t>
            </a:r>
          </a:p>
          <a:p>
            <a:r>
              <a:t>،كل مكتب دعوي ينضم برمز، ويدير مرشديه</a:t>
            </a:r>
          </a:p>
          <a:p>
            <a:r>
              <a:t>.ويرى أثره</a:t>
            </a:r>
          </a:p>
          <a:p>
            <a:r>
              <a:t>تشغيل قليل الكلفة</a:t>
            </a:r>
          </a:p>
          <a:p>
            <a:r>
              <a:t>خادم واحد، وأقل من سنت للإجابة، ومراجعة</a:t>
            </a:r>
          </a:p>
          <a:p>
            <a:r>
              <a:t>.شرعية داخل المنتج</a:t>
            </a:r>
          </a:p>
          <a:p>
            <a:r>
              <a:t>رفيق</a:t>
            </a:r>
          </a:p>
          <a:p>
            <a:r>
              <a:t> · الأصالة15%</a:t>
            </a:r>
          </a:p>
          <a:p>
            <a:r>
              <a:t>24 /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قابلية التنفيذ</a:t>
            </a:r>
          </a:p>
          <a:p>
            <a:r>
              <a:t>مبني، ومنشور، ويعمل :ليس خطة</a:t>
            </a:r>
          </a:p>
          <a:p>
            <a:r>
              <a:t>.كل ما في هذا العرض موجود في الموقع الحي اليوم، و ُني في أيام التحدي</a:t>
            </a:r>
          </a:p>
          <a:p>
            <a:r>
              <a:t>6 · 25</a:t>
            </a:r>
          </a:p>
          <a:p>
            <a:r>
              <a:t>6 · 25</a:t>
            </a:r>
          </a:p>
          <a:p>
            <a:r>
              <a:t>وحدات ودروس منشورة بثلاث</a:t>
            </a:r>
          </a:p>
          <a:p>
            <a:r>
              <a:t>لغات</a:t>
            </a:r>
          </a:p>
          <a:p>
            <a:r>
              <a:t>+1,100</a:t>
            </a:r>
          </a:p>
          <a:p>
            <a:r>
              <a:t>+1,100</a:t>
            </a:r>
          </a:p>
          <a:p>
            <a:r>
              <a:t>اختبار آلي ناجح4</a:t>
            </a:r>
          </a:p>
          <a:p>
            <a:r>
              <a:t>،أدوار لها لوحاتها: مرشد، ومراجع</a:t>
            </a:r>
          </a:p>
          <a:p>
            <a:r>
              <a:t>وفريق، وجهة</a:t>
            </a:r>
          </a:p>
          <a:p>
            <a:r>
              <a:t>3</a:t>
            </a:r>
          </a:p>
          <a:p>
            <a:r>
              <a:t>لغات كاملة: العربية والإنجليزية</a:t>
            </a:r>
          </a:p>
          <a:p>
            <a:r>
              <a:t>والتاغالوغية</a:t>
            </a:r>
          </a:p>
          <a:p>
            <a:r>
              <a:t>الرابط الحي</a:t>
            </a:r>
          </a:p>
          <a:p>
            <a:r>
              <a:t> يفتح دون حساب، علىrafeeq.nan.sa/app</a:t>
            </a:r>
          </a:p>
          <a:p>
            <a:r>
              <a:t>.الجوال والحاسوب</a:t>
            </a:r>
          </a:p>
          <a:p>
            <a:r>
              <a:t>المستودع</a:t>
            </a:r>
          </a:p>
          <a:p>
            <a:r>
              <a:t>github.com/rafeeq-muslim/rafeeq</a:t>
            </a:r>
          </a:p>
          <a:p>
            <a:r>
              <a:t>.بوثائق الميزات والمصادر والتشغيل</a:t>
            </a:r>
          </a:p>
          <a:p>
            <a:r>
              <a:t>الفيديو</a:t>
            </a:r>
          </a:p>
          <a:p>
            <a:r>
              <a:t> فيyoutube.com/shorts/NN3KVPgEf-4</a:t>
            </a:r>
          </a:p>
          <a:p>
            <a:r>
              <a:t>.أقل من دقيقتين</a:t>
            </a:r>
          </a:p>
          <a:p>
            <a:r>
              <a:t>رفيق</a:t>
            </a:r>
          </a:p>
          <a:p>
            <a:r>
              <a:t> · قابلية التنفيذ15%</a:t>
            </a:r>
          </a:p>
          <a:p>
            <a:r>
              <a:t>25 /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القدرة على التنفيذ</a:t>
            </a:r>
          </a:p>
          <a:p>
            <a:r>
              <a:t>يغطي كل مهمة فريق من أربعة</a:t>
            </a:r>
          </a:p>
          <a:p>
            <a:r>
              <a:t>.لكل مجال في رفيق مالك مسؤول عن قواعده ومحتواه وتنفيذه</a:t>
            </a:r>
          </a:p>
          <a:p>
            <a:r>
              <a:t>ن</a:t>
            </a:r>
          </a:p>
          <a:p>
            <a:r>
              <a:t>ناصر بن عبدالعزيز</a:t>
            </a:r>
          </a:p>
          <a:p>
            <a:r>
              <a:t>العويمر</a:t>
            </a:r>
          </a:p>
          <a:p>
            <a:r>
              <a:t>ن</a:t>
            </a:r>
          </a:p>
          <a:p>
            <a:r>
              <a:t>ناصر بن خالد العويمر</a:t>
            </a:r>
          </a:p>
          <a:p>
            <a:r>
              <a:t>م</a:t>
            </a:r>
          </a:p>
          <a:p>
            <a:r>
              <a:t>مهند بن صالح الفوزان</a:t>
            </a:r>
          </a:p>
          <a:p>
            <a:r>
              <a:t>م</a:t>
            </a:r>
          </a:p>
          <a:p>
            <a:r>
              <a:t>مس ّم بن عبدالعزيز</a:t>
            </a:r>
          </a:p>
          <a:p>
            <a:r>
              <a:t>العمير</a:t>
            </a:r>
          </a:p>
          <a:p>
            <a:r>
              <a:t>مالك المنتج والمنصة</a:t>
            </a:r>
          </a:p>
          <a:p>
            <a:r>
              <a:t>الحسابات والخصوصية</a:t>
            </a:r>
          </a:p>
          <a:p>
            <a:r>
              <a:t>والإشعارات</a:t>
            </a:r>
          </a:p>
          <a:p>
            <a:r>
              <a:t>البنية والنشر</a:t>
            </a:r>
          </a:p>
          <a:p>
            <a:r>
              <a:t>نظام التصميم وهوية رفيق</a:t>
            </a:r>
          </a:p>
          <a:p>
            <a:r>
              <a:t>الممارسة اليومية</a:t>
            </a:r>
          </a:p>
          <a:p>
            <a:r>
              <a:t>الرئيسية المر ّبة ودليل رفيق</a:t>
            </a:r>
          </a:p>
          <a:p>
            <a:r>
              <a:t>المسار التع ّمي والدروس</a:t>
            </a:r>
          </a:p>
          <a:p>
            <a:r>
              <a:t>التحفيز والأوسمة</a:t>
            </a:r>
          </a:p>
          <a:p>
            <a:r>
              <a:t>المراجعة والإتقان</a:t>
            </a:r>
          </a:p>
          <a:p>
            <a:r>
              <a:t>المعرفة والأسئلة</a:t>
            </a:r>
          </a:p>
          <a:p>
            <a:r>
              <a:t>المصادر والاستماع والمكتبة</a:t>
            </a:r>
          </a:p>
          <a:p>
            <a:r>
              <a:t>جودة الإجابات</a:t>
            </a:r>
          </a:p>
          <a:p>
            <a:r>
              <a:t>رفيق</a:t>
            </a:r>
          </a:p>
          <a:p>
            <a:r>
              <a:t> · الفريق10%</a:t>
            </a:r>
          </a:p>
          <a:p>
            <a:r>
              <a:t>26 /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المعايير وأدلتها</a:t>
            </a:r>
          </a:p>
          <a:p>
            <a:r>
              <a:t>كل معيار، وأين تجد دليله</a:t>
            </a:r>
          </a:p>
          <a:p>
            <a:r>
              <a:t>.جدول واحد للجنة: المعيار ووزنه وما يثبته في رفيق</a:t>
            </a:r>
          </a:p>
          <a:p>
            <a:r>
              <a:t>الوزن</a:t>
            </a:r>
          </a:p>
          <a:p>
            <a:r>
              <a:t>المعيار</a:t>
            </a:r>
          </a:p>
          <a:p>
            <a:r>
              <a:t>الدليل في رفيق</a:t>
            </a:r>
          </a:p>
          <a:p>
            <a:r>
              <a:t>25%وضوح المشكلة وملاءمتها للمسار والجمهور.أرقام مو ّقة، وثلاث شخصيات، ورحلة متدّرجة من أول فتح إلى المتابعة، بلغة المستفيد</a:t>
            </a:r>
          </a:p>
          <a:p>
            <a:r>
              <a:t>20%الموثوقية والسلامة العلمية</a:t>
            </a:r>
          </a:p>
          <a:p>
            <a:r>
              <a:t>إسناد كل إجابة، والمدقق، ونص شرعي من قاعدة البيانات، وإحالة الخطر والمسألة الشخصية، ومكتب</a:t>
            </a:r>
          </a:p>
          <a:p>
            <a:r>
              <a:t>.المراجع الشرعي</a:t>
            </a:r>
          </a:p>
          <a:p>
            <a:r>
              <a:t>15%توظيف الذكاء الاصطناعيDeepSeek  وGemma مسار الإجابة بست مراحل، و«لماذا؟»، والمو ّه التعليمي، وترتيب الرئيسية، بنماذج</a:t>
            </a:r>
          </a:p>
          <a:p>
            <a:r>
              <a:t>.BGE-M3 و</a:t>
            </a:r>
          </a:p>
          <a:p>
            <a:r>
              <a:t>15%قابلية التنفيذ. اختبار آلي1,100 الموقع الحي، والمستودع، والفيديو، وأكثر من</a:t>
            </a:r>
          </a:p>
          <a:p>
            <a:r>
              <a:t>15%الأصالة والقيمة المضافة.مسار ومساعد مو ّق ومرشد بشري وأدوات يومية وخصوصية لمن يخفي إسلامه، في تطبيق واحد</a:t>
            </a:r>
          </a:p>
          <a:p>
            <a:r>
              <a:t>10%القدرة على التنفيذ.فريق من أربعة، لكل مجال مالكه، وأربع لوحات أدوار مبنية</a:t>
            </a:r>
          </a:p>
          <a:p>
            <a:r>
              <a:t>رفيق27 /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الفريق</a:t>
            </a:r>
          </a:p>
          <a:p>
            <a:r>
              <a:t>ناصر بن عبدالعزيز</a:t>
            </a:r>
          </a:p>
          <a:p>
            <a:r>
              <a:t>العويمر</a:t>
            </a:r>
          </a:p>
          <a:p>
            <a:r>
              <a:t>المنصة</a:t>
            </a:r>
          </a:p>
          <a:p>
            <a:r>
              <a:t>ناصر بن خالد العويمر</a:t>
            </a:r>
          </a:p>
          <a:p>
            <a:r>
              <a:t>نظام التصميم والممارسة</a:t>
            </a:r>
          </a:p>
          <a:p>
            <a:r>
              <a:t>اليومية</a:t>
            </a:r>
          </a:p>
          <a:p>
            <a:r>
              <a:t>مهند بن صالح الفوزان</a:t>
            </a:r>
          </a:p>
          <a:p>
            <a:r>
              <a:t>التع ّم والتحفيز</a:t>
            </a:r>
          </a:p>
          <a:p>
            <a:r>
              <a:t>مس ّم بن عبدالعزيز</a:t>
            </a:r>
          </a:p>
          <a:p>
            <a:r>
              <a:t>العمير</a:t>
            </a:r>
          </a:p>
          <a:p>
            <a:r>
              <a:t>المعرفة والأسئلة</a:t>
            </a:r>
          </a:p>
          <a:p>
            <a:r>
              <a:t>الآن جّر به</a:t>
            </a:r>
          </a:p>
          <a:p>
            <a:r>
              <a:t>.يفتح من الرابط، دون حساب ودون تثبيت</a:t>
            </a:r>
          </a:p>
          <a:p>
            <a:r>
              <a:t>التطبيق</a:t>
            </a:r>
          </a:p>
          <a:p>
            <a:r>
              <a:t>rafeeq.nan.sa/app</a:t>
            </a:r>
          </a:p>
          <a:p>
            <a:r>
              <a:t>صفحة التعريف</a:t>
            </a:r>
          </a:p>
          <a:p>
            <a:r>
              <a:t>rafeeq.nan.sa</a:t>
            </a:r>
          </a:p>
          <a:p>
            <a:r>
              <a:t>الفيديو</a:t>
            </a:r>
          </a:p>
          <a:p>
            <a:r>
              <a:t>youtube.com/shorts/NN3KVPgEf-4</a:t>
            </a:r>
          </a:p>
          <a:p>
            <a:r>
              <a:t>الكود</a:t>
            </a:r>
          </a:p>
          <a:p>
            <a:r>
              <a:t>github.com/rafeeq-muslim/rafeeq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